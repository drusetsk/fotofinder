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Alata"/>
      <p:regular r:id="rId19"/>
    </p:embeddedFont>
    <p:embeddedFont>
      <p:font typeface="Moda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dak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Alata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3502a3e4f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3502a3e4f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925fde2a4e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925fde2a4e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350501c17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350501c17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25fde2a4e_0_2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25fde2a4e_0_2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350501c17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350501c17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925fde2a4e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925fde2a4e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350501c17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350501c17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350501c17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350501c17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350501c17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350501c17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350501c17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350501c17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350501c17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350501c17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350501c17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350501c17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925fde2a4e_0_1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925fde2a4e_0_1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37926">
            <a:off x="6108193" y="575482"/>
            <a:ext cx="613075" cy="456372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651042" y="383405"/>
            <a:ext cx="3999257" cy="4479559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461265" y="280300"/>
            <a:ext cx="4014521" cy="4550467"/>
            <a:chOff x="2339681" y="1506966"/>
            <a:chExt cx="2462141" cy="2791013"/>
          </a:xfrm>
        </p:grpSpPr>
        <p:sp>
          <p:nvSpPr>
            <p:cNvPr id="12" name="Google Shape;12;p2"/>
            <p:cNvSpPr/>
            <p:nvPr/>
          </p:nvSpPr>
          <p:spPr>
            <a:xfrm>
              <a:off x="2367202" y="1534427"/>
              <a:ext cx="2434620" cy="2763552"/>
            </a:xfrm>
            <a:custGeom>
              <a:rect b="b" l="l" r="r" t="t"/>
              <a:pathLst>
                <a:path extrusionOk="0" h="46192" w="40694">
                  <a:moveTo>
                    <a:pt x="33605" y="1558"/>
                  </a:moveTo>
                  <a:cubicBezTo>
                    <a:pt x="34097" y="1558"/>
                    <a:pt x="34526" y="1922"/>
                    <a:pt x="34591" y="2423"/>
                  </a:cubicBezTo>
                  <a:cubicBezTo>
                    <a:pt x="34664" y="2969"/>
                    <a:pt x="34280" y="3468"/>
                    <a:pt x="33736" y="3541"/>
                  </a:cubicBezTo>
                  <a:cubicBezTo>
                    <a:pt x="33692" y="3547"/>
                    <a:pt x="33648" y="3550"/>
                    <a:pt x="33605" y="3550"/>
                  </a:cubicBezTo>
                  <a:cubicBezTo>
                    <a:pt x="33113" y="3550"/>
                    <a:pt x="32684" y="3186"/>
                    <a:pt x="32619" y="2684"/>
                  </a:cubicBezTo>
                  <a:cubicBezTo>
                    <a:pt x="32546" y="2139"/>
                    <a:pt x="32930" y="1640"/>
                    <a:pt x="33474" y="1567"/>
                  </a:cubicBezTo>
                  <a:cubicBezTo>
                    <a:pt x="33518" y="1561"/>
                    <a:pt x="33562" y="1558"/>
                    <a:pt x="33605" y="1558"/>
                  </a:cubicBezTo>
                  <a:close/>
                  <a:moveTo>
                    <a:pt x="25804" y="2592"/>
                  </a:moveTo>
                  <a:cubicBezTo>
                    <a:pt x="26295" y="2592"/>
                    <a:pt x="26724" y="2956"/>
                    <a:pt x="26789" y="3456"/>
                  </a:cubicBezTo>
                  <a:cubicBezTo>
                    <a:pt x="26861" y="4003"/>
                    <a:pt x="26478" y="4502"/>
                    <a:pt x="25934" y="4575"/>
                  </a:cubicBezTo>
                  <a:cubicBezTo>
                    <a:pt x="25890" y="4581"/>
                    <a:pt x="25846" y="4584"/>
                    <a:pt x="25803" y="4584"/>
                  </a:cubicBezTo>
                  <a:cubicBezTo>
                    <a:pt x="25311" y="4584"/>
                    <a:pt x="24882" y="4220"/>
                    <a:pt x="24815" y="3719"/>
                  </a:cubicBezTo>
                  <a:cubicBezTo>
                    <a:pt x="24744" y="3173"/>
                    <a:pt x="25126" y="2674"/>
                    <a:pt x="25672" y="2601"/>
                  </a:cubicBezTo>
                  <a:cubicBezTo>
                    <a:pt x="25716" y="2595"/>
                    <a:pt x="25760" y="2592"/>
                    <a:pt x="25804" y="2592"/>
                  </a:cubicBezTo>
                  <a:close/>
                  <a:moveTo>
                    <a:pt x="17944" y="3634"/>
                  </a:moveTo>
                  <a:cubicBezTo>
                    <a:pt x="18435" y="3634"/>
                    <a:pt x="18862" y="3999"/>
                    <a:pt x="18928" y="4499"/>
                  </a:cubicBezTo>
                  <a:cubicBezTo>
                    <a:pt x="19001" y="5044"/>
                    <a:pt x="18617" y="5545"/>
                    <a:pt x="18072" y="5616"/>
                  </a:cubicBezTo>
                  <a:cubicBezTo>
                    <a:pt x="18027" y="5622"/>
                    <a:pt x="17983" y="5625"/>
                    <a:pt x="17939" y="5625"/>
                  </a:cubicBezTo>
                  <a:cubicBezTo>
                    <a:pt x="17448" y="5625"/>
                    <a:pt x="17021" y="5260"/>
                    <a:pt x="16955" y="4760"/>
                  </a:cubicBezTo>
                  <a:cubicBezTo>
                    <a:pt x="16882" y="4216"/>
                    <a:pt x="17266" y="3715"/>
                    <a:pt x="17811" y="3643"/>
                  </a:cubicBezTo>
                  <a:cubicBezTo>
                    <a:pt x="17855" y="3637"/>
                    <a:pt x="17900" y="3634"/>
                    <a:pt x="17944" y="3634"/>
                  </a:cubicBezTo>
                  <a:close/>
                  <a:moveTo>
                    <a:pt x="10427" y="4629"/>
                  </a:moveTo>
                  <a:cubicBezTo>
                    <a:pt x="10919" y="4629"/>
                    <a:pt x="11348" y="4993"/>
                    <a:pt x="11413" y="5495"/>
                  </a:cubicBezTo>
                  <a:cubicBezTo>
                    <a:pt x="11486" y="6040"/>
                    <a:pt x="11102" y="6540"/>
                    <a:pt x="10558" y="6612"/>
                  </a:cubicBezTo>
                  <a:cubicBezTo>
                    <a:pt x="10513" y="6618"/>
                    <a:pt x="10469" y="6621"/>
                    <a:pt x="10425" y="6621"/>
                  </a:cubicBezTo>
                  <a:cubicBezTo>
                    <a:pt x="9934" y="6621"/>
                    <a:pt x="9506" y="6256"/>
                    <a:pt x="9441" y="5756"/>
                  </a:cubicBezTo>
                  <a:cubicBezTo>
                    <a:pt x="9368" y="5210"/>
                    <a:pt x="9752" y="4711"/>
                    <a:pt x="10296" y="4638"/>
                  </a:cubicBezTo>
                  <a:cubicBezTo>
                    <a:pt x="10340" y="4632"/>
                    <a:pt x="10384" y="4629"/>
                    <a:pt x="10427" y="4629"/>
                  </a:cubicBezTo>
                  <a:close/>
                  <a:moveTo>
                    <a:pt x="2573" y="5670"/>
                  </a:moveTo>
                  <a:cubicBezTo>
                    <a:pt x="3066" y="5670"/>
                    <a:pt x="3493" y="6034"/>
                    <a:pt x="3560" y="6536"/>
                  </a:cubicBezTo>
                  <a:cubicBezTo>
                    <a:pt x="3632" y="7081"/>
                    <a:pt x="3249" y="7580"/>
                    <a:pt x="2703" y="7653"/>
                  </a:cubicBezTo>
                  <a:cubicBezTo>
                    <a:pt x="2659" y="7659"/>
                    <a:pt x="2615" y="7662"/>
                    <a:pt x="2572" y="7662"/>
                  </a:cubicBezTo>
                  <a:cubicBezTo>
                    <a:pt x="2080" y="7662"/>
                    <a:pt x="1652" y="7298"/>
                    <a:pt x="1586" y="6796"/>
                  </a:cubicBezTo>
                  <a:cubicBezTo>
                    <a:pt x="1514" y="6251"/>
                    <a:pt x="1897" y="5752"/>
                    <a:pt x="2442" y="5679"/>
                  </a:cubicBezTo>
                  <a:cubicBezTo>
                    <a:pt x="2486" y="5673"/>
                    <a:pt x="2530" y="5670"/>
                    <a:pt x="2573" y="5670"/>
                  </a:cubicBezTo>
                  <a:close/>
                  <a:moveTo>
                    <a:pt x="35827" y="0"/>
                  </a:moveTo>
                  <a:lnTo>
                    <a:pt x="0" y="4747"/>
                  </a:lnTo>
                  <a:lnTo>
                    <a:pt x="5492" y="46191"/>
                  </a:lnTo>
                  <a:lnTo>
                    <a:pt x="28545" y="43137"/>
                  </a:lnTo>
                  <a:lnTo>
                    <a:pt x="30396" y="42351"/>
                  </a:lnTo>
                  <a:lnTo>
                    <a:pt x="30922" y="40850"/>
                  </a:lnTo>
                  <a:lnTo>
                    <a:pt x="32509" y="39946"/>
                  </a:lnTo>
                  <a:lnTo>
                    <a:pt x="33717" y="40597"/>
                  </a:lnTo>
                  <a:lnTo>
                    <a:pt x="35447" y="40253"/>
                  </a:lnTo>
                  <a:lnTo>
                    <a:pt x="36361" y="38702"/>
                  </a:lnTo>
                  <a:lnTo>
                    <a:pt x="38125" y="38830"/>
                  </a:lnTo>
                  <a:lnTo>
                    <a:pt x="38950" y="36969"/>
                  </a:lnTo>
                  <a:lnTo>
                    <a:pt x="40694" y="36738"/>
                  </a:lnTo>
                  <a:lnTo>
                    <a:pt x="358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39681" y="1506966"/>
              <a:ext cx="2434740" cy="2763552"/>
            </a:xfrm>
            <a:custGeom>
              <a:rect b="b" l="l" r="r" t="t"/>
              <a:pathLst>
                <a:path extrusionOk="0" h="46192" w="40696">
                  <a:moveTo>
                    <a:pt x="33607" y="1559"/>
                  </a:moveTo>
                  <a:cubicBezTo>
                    <a:pt x="34098" y="1559"/>
                    <a:pt x="34526" y="1923"/>
                    <a:pt x="34593" y="2423"/>
                  </a:cubicBezTo>
                  <a:cubicBezTo>
                    <a:pt x="34665" y="2968"/>
                    <a:pt x="34282" y="3469"/>
                    <a:pt x="33736" y="3540"/>
                  </a:cubicBezTo>
                  <a:cubicBezTo>
                    <a:pt x="33691" y="3546"/>
                    <a:pt x="33647" y="3549"/>
                    <a:pt x="33603" y="3549"/>
                  </a:cubicBezTo>
                  <a:cubicBezTo>
                    <a:pt x="33112" y="3549"/>
                    <a:pt x="32684" y="3184"/>
                    <a:pt x="32619" y="2685"/>
                  </a:cubicBezTo>
                  <a:cubicBezTo>
                    <a:pt x="32547" y="2140"/>
                    <a:pt x="32930" y="1639"/>
                    <a:pt x="33474" y="1567"/>
                  </a:cubicBezTo>
                  <a:cubicBezTo>
                    <a:pt x="33519" y="1561"/>
                    <a:pt x="33564" y="1559"/>
                    <a:pt x="33607" y="1559"/>
                  </a:cubicBezTo>
                  <a:close/>
                  <a:moveTo>
                    <a:pt x="25805" y="2592"/>
                  </a:moveTo>
                  <a:cubicBezTo>
                    <a:pt x="26296" y="2592"/>
                    <a:pt x="26724" y="2957"/>
                    <a:pt x="26790" y="3457"/>
                  </a:cubicBezTo>
                  <a:cubicBezTo>
                    <a:pt x="26863" y="4002"/>
                    <a:pt x="26478" y="4502"/>
                    <a:pt x="25934" y="4574"/>
                  </a:cubicBezTo>
                  <a:cubicBezTo>
                    <a:pt x="25889" y="4580"/>
                    <a:pt x="25845" y="4583"/>
                    <a:pt x="25801" y="4583"/>
                  </a:cubicBezTo>
                  <a:cubicBezTo>
                    <a:pt x="25310" y="4583"/>
                    <a:pt x="24882" y="4218"/>
                    <a:pt x="24817" y="3718"/>
                  </a:cubicBezTo>
                  <a:cubicBezTo>
                    <a:pt x="24744" y="3174"/>
                    <a:pt x="25128" y="2673"/>
                    <a:pt x="25672" y="2601"/>
                  </a:cubicBezTo>
                  <a:cubicBezTo>
                    <a:pt x="25717" y="2595"/>
                    <a:pt x="25762" y="2592"/>
                    <a:pt x="25805" y="2592"/>
                  </a:cubicBezTo>
                  <a:close/>
                  <a:moveTo>
                    <a:pt x="17943" y="3634"/>
                  </a:moveTo>
                  <a:cubicBezTo>
                    <a:pt x="18435" y="3634"/>
                    <a:pt x="18862" y="3997"/>
                    <a:pt x="18929" y="4498"/>
                  </a:cubicBezTo>
                  <a:cubicBezTo>
                    <a:pt x="19001" y="5043"/>
                    <a:pt x="18618" y="5544"/>
                    <a:pt x="18073" y="5617"/>
                  </a:cubicBezTo>
                  <a:cubicBezTo>
                    <a:pt x="18029" y="5622"/>
                    <a:pt x="17985" y="5625"/>
                    <a:pt x="17942" y="5625"/>
                  </a:cubicBezTo>
                  <a:cubicBezTo>
                    <a:pt x="17449" y="5625"/>
                    <a:pt x="17022" y="5261"/>
                    <a:pt x="16955" y="4759"/>
                  </a:cubicBezTo>
                  <a:cubicBezTo>
                    <a:pt x="16883" y="4215"/>
                    <a:pt x="17266" y="3714"/>
                    <a:pt x="17812" y="3642"/>
                  </a:cubicBezTo>
                  <a:cubicBezTo>
                    <a:pt x="17856" y="3637"/>
                    <a:pt x="17900" y="3634"/>
                    <a:pt x="17943" y="3634"/>
                  </a:cubicBezTo>
                  <a:close/>
                  <a:moveTo>
                    <a:pt x="10430" y="4629"/>
                  </a:moveTo>
                  <a:cubicBezTo>
                    <a:pt x="10921" y="4629"/>
                    <a:pt x="11348" y="4994"/>
                    <a:pt x="11415" y="5494"/>
                  </a:cubicBezTo>
                  <a:cubicBezTo>
                    <a:pt x="11486" y="6039"/>
                    <a:pt x="11104" y="6539"/>
                    <a:pt x="10558" y="6613"/>
                  </a:cubicBezTo>
                  <a:cubicBezTo>
                    <a:pt x="10514" y="6618"/>
                    <a:pt x="10470" y="6621"/>
                    <a:pt x="10427" y="6621"/>
                  </a:cubicBezTo>
                  <a:cubicBezTo>
                    <a:pt x="9935" y="6621"/>
                    <a:pt x="9508" y="6257"/>
                    <a:pt x="9441" y="5755"/>
                  </a:cubicBezTo>
                  <a:cubicBezTo>
                    <a:pt x="9369" y="5211"/>
                    <a:pt x="9752" y="4710"/>
                    <a:pt x="10296" y="4638"/>
                  </a:cubicBezTo>
                  <a:cubicBezTo>
                    <a:pt x="10341" y="4632"/>
                    <a:pt x="10386" y="4629"/>
                    <a:pt x="10430" y="4629"/>
                  </a:cubicBezTo>
                  <a:close/>
                  <a:moveTo>
                    <a:pt x="2576" y="5671"/>
                  </a:moveTo>
                  <a:cubicBezTo>
                    <a:pt x="3067" y="5671"/>
                    <a:pt x="3495" y="6035"/>
                    <a:pt x="3560" y="6535"/>
                  </a:cubicBezTo>
                  <a:cubicBezTo>
                    <a:pt x="3632" y="7080"/>
                    <a:pt x="3249" y="7581"/>
                    <a:pt x="2705" y="7652"/>
                  </a:cubicBezTo>
                  <a:cubicBezTo>
                    <a:pt x="2660" y="7658"/>
                    <a:pt x="2615" y="7661"/>
                    <a:pt x="2572" y="7661"/>
                  </a:cubicBezTo>
                  <a:cubicBezTo>
                    <a:pt x="2081" y="7661"/>
                    <a:pt x="1653" y="7296"/>
                    <a:pt x="1587" y="6796"/>
                  </a:cubicBezTo>
                  <a:cubicBezTo>
                    <a:pt x="1514" y="6252"/>
                    <a:pt x="1899" y="5751"/>
                    <a:pt x="2443" y="5679"/>
                  </a:cubicBezTo>
                  <a:cubicBezTo>
                    <a:pt x="2488" y="5673"/>
                    <a:pt x="2532" y="5671"/>
                    <a:pt x="2576" y="5671"/>
                  </a:cubicBezTo>
                  <a:close/>
                  <a:moveTo>
                    <a:pt x="35827" y="1"/>
                  </a:moveTo>
                  <a:lnTo>
                    <a:pt x="0" y="4748"/>
                  </a:lnTo>
                  <a:lnTo>
                    <a:pt x="5492" y="46192"/>
                  </a:lnTo>
                  <a:lnTo>
                    <a:pt x="28545" y="43137"/>
                  </a:lnTo>
                  <a:lnTo>
                    <a:pt x="30396" y="42350"/>
                  </a:lnTo>
                  <a:lnTo>
                    <a:pt x="30922" y="40849"/>
                  </a:lnTo>
                  <a:lnTo>
                    <a:pt x="32511" y="39946"/>
                  </a:lnTo>
                  <a:lnTo>
                    <a:pt x="33717" y="40598"/>
                  </a:lnTo>
                  <a:lnTo>
                    <a:pt x="35447" y="40252"/>
                  </a:lnTo>
                  <a:lnTo>
                    <a:pt x="36361" y="38702"/>
                  </a:lnTo>
                  <a:lnTo>
                    <a:pt x="38127" y="38829"/>
                  </a:lnTo>
                  <a:lnTo>
                    <a:pt x="38952" y="36969"/>
                  </a:lnTo>
                  <a:lnTo>
                    <a:pt x="40695" y="36738"/>
                  </a:lnTo>
                  <a:lnTo>
                    <a:pt x="358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 rot="-487460">
            <a:off x="2820008" y="1991873"/>
            <a:ext cx="3371033" cy="116460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b="1"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 rot="-487428">
            <a:off x="3239261" y="2997688"/>
            <a:ext cx="2698277" cy="76791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-25075" y="-22497"/>
            <a:ext cx="1461296" cy="1875030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25075" y="-22497"/>
            <a:ext cx="1735304" cy="1605660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7234355" y="4488193"/>
            <a:ext cx="1898626" cy="659179"/>
          </a:xfrm>
          <a:custGeom>
            <a:rect b="b" l="l" r="r" t="t"/>
            <a:pathLst>
              <a:path extrusionOk="0" h="11018" w="31735">
                <a:moveTo>
                  <a:pt x="26485" y="1"/>
                </a:moveTo>
                <a:lnTo>
                  <a:pt x="1" y="11018"/>
                </a:lnTo>
                <a:lnTo>
                  <a:pt x="31734" y="11018"/>
                </a:lnTo>
                <a:lnTo>
                  <a:pt x="2648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" name="Google Shape;19;p2"/>
          <p:cNvGrpSpPr/>
          <p:nvPr/>
        </p:nvGrpSpPr>
        <p:grpSpPr>
          <a:xfrm>
            <a:off x="5610224" y="3202528"/>
            <a:ext cx="1340580" cy="1517079"/>
            <a:chOff x="5610224" y="3202528"/>
            <a:chExt cx="1340580" cy="1517079"/>
          </a:xfrm>
        </p:grpSpPr>
        <p:sp>
          <p:nvSpPr>
            <p:cNvPr id="20" name="Google Shape;20;p2"/>
            <p:cNvSpPr/>
            <p:nvPr/>
          </p:nvSpPr>
          <p:spPr>
            <a:xfrm>
              <a:off x="5827002" y="3225738"/>
              <a:ext cx="1119465" cy="1243111"/>
            </a:xfrm>
            <a:custGeom>
              <a:rect b="b" l="l" r="r" t="t"/>
              <a:pathLst>
                <a:path extrusionOk="0" h="17192" w="15482">
                  <a:moveTo>
                    <a:pt x="12532" y="1"/>
                  </a:moveTo>
                  <a:cubicBezTo>
                    <a:pt x="12532" y="1"/>
                    <a:pt x="7602" y="5300"/>
                    <a:pt x="6033" y="7137"/>
                  </a:cubicBezTo>
                  <a:cubicBezTo>
                    <a:pt x="4463" y="8975"/>
                    <a:pt x="1" y="14672"/>
                    <a:pt x="1" y="14672"/>
                  </a:cubicBezTo>
                  <a:lnTo>
                    <a:pt x="2950" y="17192"/>
                  </a:lnTo>
                  <a:cubicBezTo>
                    <a:pt x="2950" y="17192"/>
                    <a:pt x="7918" y="11926"/>
                    <a:pt x="9488" y="10088"/>
                  </a:cubicBezTo>
                  <a:cubicBezTo>
                    <a:pt x="11057" y="8251"/>
                    <a:pt x="15482" y="2521"/>
                    <a:pt x="15482" y="2521"/>
                  </a:cubicBezTo>
                  <a:lnTo>
                    <a:pt x="125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34595" y="3254083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8" y="0"/>
                  </a:moveTo>
                  <a:cubicBezTo>
                    <a:pt x="903" y="9281"/>
                    <a:pt x="926" y="9239"/>
                    <a:pt x="123" y="10823"/>
                  </a:cubicBezTo>
                  <a:cubicBezTo>
                    <a:pt x="0" y="11037"/>
                    <a:pt x="74" y="11165"/>
                    <a:pt x="263" y="11165"/>
                  </a:cubicBezTo>
                  <a:cubicBezTo>
                    <a:pt x="710" y="11165"/>
                    <a:pt x="1801" y="10444"/>
                    <a:pt x="2433" y="8433"/>
                  </a:cubicBezTo>
                  <a:cubicBezTo>
                    <a:pt x="4112" y="6308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5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641834" y="3290453"/>
              <a:ext cx="250618" cy="223864"/>
            </a:xfrm>
            <a:custGeom>
              <a:rect b="b" l="l" r="r" t="t"/>
              <a:pathLst>
                <a:path extrusionOk="0" h="3096" w="3466">
                  <a:moveTo>
                    <a:pt x="434" y="1"/>
                  </a:moveTo>
                  <a:lnTo>
                    <a:pt x="0" y="470"/>
                  </a:lnTo>
                  <a:lnTo>
                    <a:pt x="3074" y="3095"/>
                  </a:lnTo>
                  <a:lnTo>
                    <a:pt x="3465" y="259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703284" y="4353948"/>
              <a:ext cx="276359" cy="279830"/>
            </a:xfrm>
            <a:custGeom>
              <a:rect b="b" l="l" r="r" t="t"/>
              <a:pathLst>
                <a:path extrusionOk="0" h="3870" w="3822">
                  <a:moveTo>
                    <a:pt x="1386" y="0"/>
                  </a:moveTo>
                  <a:lnTo>
                    <a:pt x="0" y="2643"/>
                  </a:lnTo>
                  <a:lnTo>
                    <a:pt x="1437" y="3870"/>
                  </a:lnTo>
                  <a:lnTo>
                    <a:pt x="3822" y="2080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657658" y="4556409"/>
              <a:ext cx="135866" cy="139337"/>
            </a:xfrm>
            <a:custGeom>
              <a:rect b="b" l="l" r="r" t="t"/>
              <a:pathLst>
                <a:path extrusionOk="0" h="1927" w="1879">
                  <a:moveTo>
                    <a:pt x="817" y="1"/>
                  </a:moveTo>
                  <a:lnTo>
                    <a:pt x="0" y="1368"/>
                  </a:lnTo>
                  <a:lnTo>
                    <a:pt x="656" y="1927"/>
                  </a:lnTo>
                  <a:lnTo>
                    <a:pt x="1878" y="908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643413" y="4660893"/>
              <a:ext cx="55460" cy="58714"/>
            </a:xfrm>
            <a:custGeom>
              <a:rect b="b" l="l" r="r" t="t"/>
              <a:pathLst>
                <a:path extrusionOk="0" h="812" w="767">
                  <a:moveTo>
                    <a:pt x="288" y="0"/>
                  </a:moveTo>
                  <a:lnTo>
                    <a:pt x="13" y="698"/>
                  </a:lnTo>
                  <a:cubicBezTo>
                    <a:pt x="13" y="698"/>
                    <a:pt x="0" y="761"/>
                    <a:pt x="29" y="787"/>
                  </a:cubicBezTo>
                  <a:cubicBezTo>
                    <a:pt x="53" y="806"/>
                    <a:pt x="74" y="811"/>
                    <a:pt x="89" y="811"/>
                  </a:cubicBezTo>
                  <a:cubicBezTo>
                    <a:pt x="107" y="811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794391" y="4292921"/>
              <a:ext cx="239410" cy="218079"/>
            </a:xfrm>
            <a:custGeom>
              <a:rect b="b" l="l" r="r" t="t"/>
              <a:pathLst>
                <a:path extrusionOk="0" h="3016" w="3311">
                  <a:moveTo>
                    <a:pt x="554" y="0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1" y="235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752754" y="3224726"/>
              <a:ext cx="198050" cy="167103"/>
            </a:xfrm>
            <a:custGeom>
              <a:rect b="b" l="l" r="r" t="t"/>
              <a:pathLst>
                <a:path extrusionOk="0" h="2311" w="2739">
                  <a:moveTo>
                    <a:pt x="475" y="1"/>
                  </a:moveTo>
                  <a:cubicBezTo>
                    <a:pt x="255" y="1"/>
                    <a:pt x="1" y="247"/>
                    <a:pt x="1" y="247"/>
                  </a:cubicBezTo>
                  <a:lnTo>
                    <a:pt x="2416" y="2310"/>
                  </a:lnTo>
                  <a:cubicBezTo>
                    <a:pt x="2417" y="2310"/>
                    <a:pt x="2739" y="1855"/>
                    <a:pt x="2505" y="1656"/>
                  </a:cubicBezTo>
                  <a:cubicBezTo>
                    <a:pt x="2273" y="1457"/>
                    <a:pt x="867" y="256"/>
                    <a:pt x="633" y="57"/>
                  </a:cubicBezTo>
                  <a:cubicBezTo>
                    <a:pt x="586" y="17"/>
                    <a:pt x="532" y="1"/>
                    <a:pt x="4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793741" y="3203612"/>
              <a:ext cx="1119610" cy="1243111"/>
            </a:xfrm>
            <a:custGeom>
              <a:rect b="b" l="l" r="r" t="t"/>
              <a:pathLst>
                <a:path extrusionOk="0" h="17192" w="15484">
                  <a:moveTo>
                    <a:pt x="12532" y="0"/>
                  </a:moveTo>
                  <a:cubicBezTo>
                    <a:pt x="12532" y="0"/>
                    <a:pt x="7604" y="5299"/>
                    <a:pt x="6034" y="7138"/>
                  </a:cubicBezTo>
                  <a:cubicBezTo>
                    <a:pt x="4464" y="8975"/>
                    <a:pt x="1" y="14672"/>
                    <a:pt x="1" y="14672"/>
                  </a:cubicBezTo>
                  <a:lnTo>
                    <a:pt x="2950" y="17191"/>
                  </a:lnTo>
                  <a:cubicBezTo>
                    <a:pt x="2950" y="17191"/>
                    <a:pt x="7918" y="11926"/>
                    <a:pt x="9488" y="10087"/>
                  </a:cubicBezTo>
                  <a:cubicBezTo>
                    <a:pt x="11057" y="8250"/>
                    <a:pt x="15483" y="2520"/>
                    <a:pt x="15483" y="2520"/>
                  </a:cubicBezTo>
                  <a:lnTo>
                    <a:pt x="125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01334" y="3231884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9" y="0"/>
                  </a:moveTo>
                  <a:cubicBezTo>
                    <a:pt x="903" y="9282"/>
                    <a:pt x="926" y="9239"/>
                    <a:pt x="123" y="10824"/>
                  </a:cubicBezTo>
                  <a:cubicBezTo>
                    <a:pt x="1" y="11037"/>
                    <a:pt x="75" y="11165"/>
                    <a:pt x="264" y="11165"/>
                  </a:cubicBezTo>
                  <a:cubicBezTo>
                    <a:pt x="711" y="11165"/>
                    <a:pt x="1803" y="10444"/>
                    <a:pt x="2435" y="8433"/>
                  </a:cubicBezTo>
                  <a:cubicBezTo>
                    <a:pt x="4114" y="6310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6"/>
                  </a:lnTo>
                  <a:lnTo>
                    <a:pt x="93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608573" y="3268327"/>
              <a:ext cx="250618" cy="223792"/>
            </a:xfrm>
            <a:custGeom>
              <a:rect b="b" l="l" r="r" t="t"/>
              <a:pathLst>
                <a:path extrusionOk="0" h="3095" w="3466">
                  <a:moveTo>
                    <a:pt x="434" y="0"/>
                  </a:moveTo>
                  <a:lnTo>
                    <a:pt x="0" y="469"/>
                  </a:lnTo>
                  <a:lnTo>
                    <a:pt x="3074" y="3094"/>
                  </a:lnTo>
                  <a:lnTo>
                    <a:pt x="3465" y="259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670095" y="4331750"/>
              <a:ext cx="276287" cy="279902"/>
            </a:xfrm>
            <a:custGeom>
              <a:rect b="b" l="l" r="r" t="t"/>
              <a:pathLst>
                <a:path extrusionOk="0" h="3871" w="3821">
                  <a:moveTo>
                    <a:pt x="1386" y="1"/>
                  </a:moveTo>
                  <a:lnTo>
                    <a:pt x="1" y="2644"/>
                  </a:lnTo>
                  <a:lnTo>
                    <a:pt x="1436" y="3870"/>
                  </a:lnTo>
                  <a:lnTo>
                    <a:pt x="3821" y="2081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624469" y="4534283"/>
              <a:ext cx="135866" cy="139409"/>
            </a:xfrm>
            <a:custGeom>
              <a:rect b="b" l="l" r="r" t="t"/>
              <a:pathLst>
                <a:path extrusionOk="0" h="1928" w="1879">
                  <a:moveTo>
                    <a:pt x="816" y="0"/>
                  </a:moveTo>
                  <a:lnTo>
                    <a:pt x="1" y="1367"/>
                  </a:lnTo>
                  <a:lnTo>
                    <a:pt x="655" y="1928"/>
                  </a:lnTo>
                  <a:lnTo>
                    <a:pt x="1879" y="908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10224" y="4638694"/>
              <a:ext cx="55532" cy="58714"/>
            </a:xfrm>
            <a:custGeom>
              <a:rect b="b" l="l" r="r" t="t"/>
              <a:pathLst>
                <a:path extrusionOk="0" h="812" w="768">
                  <a:moveTo>
                    <a:pt x="287" y="0"/>
                  </a:moveTo>
                  <a:lnTo>
                    <a:pt x="14" y="698"/>
                  </a:lnTo>
                  <a:cubicBezTo>
                    <a:pt x="14" y="698"/>
                    <a:pt x="1" y="763"/>
                    <a:pt x="30" y="787"/>
                  </a:cubicBezTo>
                  <a:cubicBezTo>
                    <a:pt x="52" y="807"/>
                    <a:pt x="73" y="812"/>
                    <a:pt x="89" y="812"/>
                  </a:cubicBezTo>
                  <a:cubicBezTo>
                    <a:pt x="106" y="812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61130" y="4270723"/>
              <a:ext cx="239555" cy="218079"/>
            </a:xfrm>
            <a:custGeom>
              <a:rect b="b" l="l" r="r" t="t"/>
              <a:pathLst>
                <a:path extrusionOk="0" h="3016" w="3313">
                  <a:moveTo>
                    <a:pt x="554" y="1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2" y="2356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719637" y="3202528"/>
              <a:ext cx="197906" cy="167103"/>
            </a:xfrm>
            <a:custGeom>
              <a:rect b="b" l="l" r="r" t="t"/>
              <a:pathLst>
                <a:path extrusionOk="0" h="2311" w="2737">
                  <a:moveTo>
                    <a:pt x="474" y="1"/>
                  </a:moveTo>
                  <a:cubicBezTo>
                    <a:pt x="253" y="1"/>
                    <a:pt x="0" y="247"/>
                    <a:pt x="0" y="247"/>
                  </a:cubicBezTo>
                  <a:lnTo>
                    <a:pt x="2415" y="2311"/>
                  </a:lnTo>
                  <a:cubicBezTo>
                    <a:pt x="2415" y="2311"/>
                    <a:pt x="2737" y="1856"/>
                    <a:pt x="2505" y="1656"/>
                  </a:cubicBezTo>
                  <a:cubicBezTo>
                    <a:pt x="2271" y="1458"/>
                    <a:pt x="865" y="256"/>
                    <a:pt x="633" y="57"/>
                  </a:cubicBezTo>
                  <a:cubicBezTo>
                    <a:pt x="585" y="17"/>
                    <a:pt x="531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2"/>
          <p:cNvSpPr/>
          <p:nvPr/>
        </p:nvSpPr>
        <p:spPr>
          <a:xfrm rot="5437926">
            <a:off x="6256235" y="549926"/>
            <a:ext cx="421146" cy="31095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352098" y="2598308"/>
            <a:ext cx="587147" cy="92972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450274" y="2457056"/>
            <a:ext cx="667256" cy="95604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516766" y="3388826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2"/>
          <p:cNvGrpSpPr/>
          <p:nvPr/>
        </p:nvGrpSpPr>
        <p:grpSpPr>
          <a:xfrm>
            <a:off x="8430600" y="-22488"/>
            <a:ext cx="702375" cy="2768271"/>
            <a:chOff x="8430600" y="-22488"/>
            <a:chExt cx="702375" cy="2768271"/>
          </a:xfrm>
        </p:grpSpPr>
        <p:sp>
          <p:nvSpPr>
            <p:cNvPr id="41" name="Google Shape;41;p2"/>
            <p:cNvSpPr/>
            <p:nvPr/>
          </p:nvSpPr>
          <p:spPr>
            <a:xfrm>
              <a:off x="8614569" y="2006973"/>
              <a:ext cx="398990" cy="738810"/>
            </a:xfrm>
            <a:custGeom>
              <a:rect b="b" l="l" r="r" t="t"/>
              <a:pathLst>
                <a:path extrusionOk="0" h="12349" w="6669">
                  <a:moveTo>
                    <a:pt x="6439" y="1"/>
                  </a:moveTo>
                  <a:cubicBezTo>
                    <a:pt x="4707" y="106"/>
                    <a:pt x="1067" y="373"/>
                    <a:pt x="1067" y="373"/>
                  </a:cubicBezTo>
                  <a:cubicBezTo>
                    <a:pt x="1067" y="373"/>
                    <a:pt x="1477" y="7405"/>
                    <a:pt x="1" y="11576"/>
                  </a:cubicBezTo>
                  <a:cubicBezTo>
                    <a:pt x="2161" y="9507"/>
                    <a:pt x="3451" y="8190"/>
                    <a:pt x="3451" y="8190"/>
                  </a:cubicBezTo>
                  <a:lnTo>
                    <a:pt x="4352" y="12348"/>
                  </a:lnTo>
                  <a:cubicBezTo>
                    <a:pt x="4352" y="12348"/>
                    <a:pt x="6668" y="7737"/>
                    <a:pt x="64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678285" y="2006973"/>
              <a:ext cx="326180" cy="89203"/>
            </a:xfrm>
            <a:custGeom>
              <a:rect b="b" l="l" r="r" t="t"/>
              <a:pathLst>
                <a:path extrusionOk="0" h="1491" w="5452">
                  <a:moveTo>
                    <a:pt x="5374" y="1"/>
                  </a:moveTo>
                  <a:lnTo>
                    <a:pt x="0" y="373"/>
                  </a:lnTo>
                  <a:lnTo>
                    <a:pt x="78" y="1490"/>
                  </a:lnTo>
                  <a:lnTo>
                    <a:pt x="5451" y="1118"/>
                  </a:lnTo>
                  <a:lnTo>
                    <a:pt x="53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430600" y="-22488"/>
              <a:ext cx="702375" cy="2063690"/>
            </a:xfrm>
            <a:custGeom>
              <a:rect b="b" l="l" r="r" t="t"/>
              <a:pathLst>
                <a:path extrusionOk="0" h="34494" w="11740">
                  <a:moveTo>
                    <a:pt x="1" y="0"/>
                  </a:moveTo>
                  <a:lnTo>
                    <a:pt x="2483" y="34494"/>
                  </a:lnTo>
                  <a:lnTo>
                    <a:pt x="11739" y="33820"/>
                  </a:lnTo>
                  <a:lnTo>
                    <a:pt x="117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544451" y="-22488"/>
              <a:ext cx="211371" cy="2055314"/>
            </a:xfrm>
            <a:custGeom>
              <a:rect b="b" l="l" r="r" t="t"/>
              <a:pathLst>
                <a:path extrusionOk="0" h="34354" w="3533">
                  <a:moveTo>
                    <a:pt x="1024" y="0"/>
                  </a:moveTo>
                  <a:lnTo>
                    <a:pt x="0" y="6"/>
                  </a:lnTo>
                  <a:lnTo>
                    <a:pt x="2515" y="34353"/>
                  </a:lnTo>
                  <a:lnTo>
                    <a:pt x="3533" y="34279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728142" y="279872"/>
              <a:ext cx="226447" cy="201320"/>
            </a:xfrm>
            <a:custGeom>
              <a:rect b="b" l="l" r="r" t="t"/>
              <a:pathLst>
                <a:path extrusionOk="0" h="3365" w="3785">
                  <a:moveTo>
                    <a:pt x="2020" y="1454"/>
                  </a:moveTo>
                  <a:cubicBezTo>
                    <a:pt x="2004" y="1463"/>
                    <a:pt x="1988" y="1472"/>
                    <a:pt x="1972" y="1480"/>
                  </a:cubicBezTo>
                  <a:cubicBezTo>
                    <a:pt x="1825" y="1560"/>
                    <a:pt x="1916" y="1765"/>
                    <a:pt x="2052" y="1765"/>
                  </a:cubicBezTo>
                  <a:cubicBezTo>
                    <a:pt x="2073" y="1765"/>
                    <a:pt x="2094" y="1760"/>
                    <a:pt x="2115" y="1750"/>
                  </a:cubicBezTo>
                  <a:lnTo>
                    <a:pt x="2115" y="1750"/>
                  </a:lnTo>
                  <a:cubicBezTo>
                    <a:pt x="2052" y="1784"/>
                    <a:pt x="2005" y="1830"/>
                    <a:pt x="1969" y="1886"/>
                  </a:cubicBezTo>
                  <a:cubicBezTo>
                    <a:pt x="1813" y="1841"/>
                    <a:pt x="1675" y="1800"/>
                    <a:pt x="1534" y="1730"/>
                  </a:cubicBezTo>
                  <a:cubicBezTo>
                    <a:pt x="1680" y="1599"/>
                    <a:pt x="1848" y="1504"/>
                    <a:pt x="2020" y="1454"/>
                  </a:cubicBezTo>
                  <a:close/>
                  <a:moveTo>
                    <a:pt x="2195" y="1"/>
                  </a:moveTo>
                  <a:cubicBezTo>
                    <a:pt x="1630" y="1"/>
                    <a:pt x="1084" y="277"/>
                    <a:pt x="697" y="804"/>
                  </a:cubicBezTo>
                  <a:cubicBezTo>
                    <a:pt x="0" y="1754"/>
                    <a:pt x="725" y="3062"/>
                    <a:pt x="1767" y="3331"/>
                  </a:cubicBezTo>
                  <a:cubicBezTo>
                    <a:pt x="1858" y="3354"/>
                    <a:pt x="1953" y="3365"/>
                    <a:pt x="2051" y="3365"/>
                  </a:cubicBezTo>
                  <a:cubicBezTo>
                    <a:pt x="2847" y="3365"/>
                    <a:pt x="3784" y="2633"/>
                    <a:pt x="3371" y="1799"/>
                  </a:cubicBezTo>
                  <a:cubicBezTo>
                    <a:pt x="3136" y="1327"/>
                    <a:pt x="2725" y="1113"/>
                    <a:pt x="2298" y="1113"/>
                  </a:cubicBezTo>
                  <a:cubicBezTo>
                    <a:pt x="1892" y="1113"/>
                    <a:pt x="1471" y="1307"/>
                    <a:pt x="1176" y="1657"/>
                  </a:cubicBezTo>
                  <a:cubicBezTo>
                    <a:pt x="1110" y="1735"/>
                    <a:pt x="1119" y="1840"/>
                    <a:pt x="1207" y="1897"/>
                  </a:cubicBezTo>
                  <a:cubicBezTo>
                    <a:pt x="1483" y="2076"/>
                    <a:pt x="1702" y="2124"/>
                    <a:pt x="2010" y="2219"/>
                  </a:cubicBezTo>
                  <a:cubicBezTo>
                    <a:pt x="2023" y="2223"/>
                    <a:pt x="2036" y="2225"/>
                    <a:pt x="2049" y="2225"/>
                  </a:cubicBezTo>
                  <a:cubicBezTo>
                    <a:pt x="2103" y="2225"/>
                    <a:pt x="2151" y="2194"/>
                    <a:pt x="2182" y="2148"/>
                  </a:cubicBezTo>
                  <a:cubicBezTo>
                    <a:pt x="2319" y="1948"/>
                    <a:pt x="2405" y="1616"/>
                    <a:pt x="2183" y="1448"/>
                  </a:cubicBezTo>
                  <a:cubicBezTo>
                    <a:pt x="2166" y="1435"/>
                    <a:pt x="2145" y="1431"/>
                    <a:pt x="2124" y="1429"/>
                  </a:cubicBezTo>
                  <a:cubicBezTo>
                    <a:pt x="2180" y="1419"/>
                    <a:pt x="2237" y="1414"/>
                    <a:pt x="2294" y="1414"/>
                  </a:cubicBezTo>
                  <a:cubicBezTo>
                    <a:pt x="2586" y="1414"/>
                    <a:pt x="2869" y="1553"/>
                    <a:pt x="3067" y="1873"/>
                  </a:cubicBezTo>
                  <a:cubicBezTo>
                    <a:pt x="3249" y="2168"/>
                    <a:pt x="3125" y="2491"/>
                    <a:pt x="2908" y="2722"/>
                  </a:cubicBezTo>
                  <a:cubicBezTo>
                    <a:pt x="2693" y="2949"/>
                    <a:pt x="2399" y="3050"/>
                    <a:pt x="2102" y="3050"/>
                  </a:cubicBezTo>
                  <a:cubicBezTo>
                    <a:pt x="1909" y="3050"/>
                    <a:pt x="1715" y="3008"/>
                    <a:pt x="1541" y="2929"/>
                  </a:cubicBezTo>
                  <a:cubicBezTo>
                    <a:pt x="666" y="2533"/>
                    <a:pt x="533" y="1447"/>
                    <a:pt x="1116" y="764"/>
                  </a:cubicBezTo>
                  <a:cubicBezTo>
                    <a:pt x="1393" y="440"/>
                    <a:pt x="1758" y="300"/>
                    <a:pt x="2133" y="300"/>
                  </a:cubicBezTo>
                  <a:cubicBezTo>
                    <a:pt x="2505" y="300"/>
                    <a:pt x="2886" y="439"/>
                    <a:pt x="3197" y="672"/>
                  </a:cubicBezTo>
                  <a:cubicBezTo>
                    <a:pt x="3225" y="693"/>
                    <a:pt x="3253" y="702"/>
                    <a:pt x="3279" y="702"/>
                  </a:cubicBezTo>
                  <a:cubicBezTo>
                    <a:pt x="3400" y="702"/>
                    <a:pt x="3480" y="503"/>
                    <a:pt x="3352" y="407"/>
                  </a:cubicBezTo>
                  <a:cubicBezTo>
                    <a:pt x="2987" y="134"/>
                    <a:pt x="2586" y="1"/>
                    <a:pt x="2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>
            <a:off x="7568013" y="3786073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" name="Google Shape;47;p2"/>
          <p:cNvGrpSpPr/>
          <p:nvPr/>
        </p:nvGrpSpPr>
        <p:grpSpPr>
          <a:xfrm>
            <a:off x="7802814" y="3611909"/>
            <a:ext cx="189773" cy="174158"/>
            <a:chOff x="6476077" y="96834"/>
            <a:chExt cx="189773" cy="174158"/>
          </a:xfrm>
        </p:grpSpPr>
        <p:sp>
          <p:nvSpPr>
            <p:cNvPr id="48" name="Google Shape;48;p2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" name="Google Shape;50;p2"/>
          <p:cNvGrpSpPr/>
          <p:nvPr/>
        </p:nvGrpSpPr>
        <p:grpSpPr>
          <a:xfrm>
            <a:off x="1767062" y="689424"/>
            <a:ext cx="218071" cy="228481"/>
            <a:chOff x="4930687" y="3942774"/>
            <a:chExt cx="218071" cy="228481"/>
          </a:xfrm>
        </p:grpSpPr>
        <p:sp>
          <p:nvSpPr>
            <p:cNvPr id="51" name="Google Shape;51;p2"/>
            <p:cNvSpPr/>
            <p:nvPr/>
          </p:nvSpPr>
          <p:spPr>
            <a:xfrm>
              <a:off x="5054410" y="3942774"/>
              <a:ext cx="18307" cy="63597"/>
            </a:xfrm>
            <a:custGeom>
              <a:rect b="b" l="l" r="r" t="t"/>
              <a:pathLst>
                <a:path extrusionOk="0" h="1063" w="306">
                  <a:moveTo>
                    <a:pt x="153" y="0"/>
                  </a:moveTo>
                  <a:cubicBezTo>
                    <a:pt x="77" y="0"/>
                    <a:pt x="1" y="49"/>
                    <a:pt x="1" y="148"/>
                  </a:cubicBezTo>
                  <a:lnTo>
                    <a:pt x="1" y="915"/>
                  </a:lnTo>
                  <a:cubicBezTo>
                    <a:pt x="1" y="1013"/>
                    <a:pt x="77" y="1062"/>
                    <a:pt x="153" y="1062"/>
                  </a:cubicBezTo>
                  <a:cubicBezTo>
                    <a:pt x="230" y="1062"/>
                    <a:pt x="306" y="1013"/>
                    <a:pt x="306" y="915"/>
                  </a:cubicBezTo>
                  <a:lnTo>
                    <a:pt x="306" y="148"/>
                  </a:lnTo>
                  <a:cubicBezTo>
                    <a:pt x="306" y="49"/>
                    <a:pt x="230" y="0"/>
                    <a:pt x="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990095" y="3970295"/>
              <a:ext cx="40503" cy="54742"/>
            </a:xfrm>
            <a:custGeom>
              <a:rect b="b" l="l" r="r" t="t"/>
              <a:pathLst>
                <a:path extrusionOk="0" h="915" w="677">
                  <a:moveTo>
                    <a:pt x="152" y="0"/>
                  </a:moveTo>
                  <a:cubicBezTo>
                    <a:pt x="75" y="0"/>
                    <a:pt x="0" y="49"/>
                    <a:pt x="4" y="148"/>
                  </a:cubicBezTo>
                  <a:cubicBezTo>
                    <a:pt x="11" y="408"/>
                    <a:pt x="178" y="685"/>
                    <a:pt x="354" y="868"/>
                  </a:cubicBezTo>
                  <a:cubicBezTo>
                    <a:pt x="386" y="901"/>
                    <a:pt x="422" y="915"/>
                    <a:pt x="457" y="915"/>
                  </a:cubicBezTo>
                  <a:cubicBezTo>
                    <a:pt x="572" y="915"/>
                    <a:pt x="676" y="761"/>
                    <a:pt x="570" y="652"/>
                  </a:cubicBezTo>
                  <a:cubicBezTo>
                    <a:pt x="451" y="528"/>
                    <a:pt x="315" y="309"/>
                    <a:pt x="309" y="148"/>
                  </a:cubicBezTo>
                  <a:cubicBezTo>
                    <a:pt x="306" y="49"/>
                    <a:pt x="228" y="0"/>
                    <a:pt x="1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930687" y="4043464"/>
              <a:ext cx="80647" cy="27341"/>
            </a:xfrm>
            <a:custGeom>
              <a:rect b="b" l="l" r="r" t="t"/>
              <a:pathLst>
                <a:path extrusionOk="0" h="457" w="1348">
                  <a:moveTo>
                    <a:pt x="238" y="1"/>
                  </a:moveTo>
                  <a:cubicBezTo>
                    <a:pt x="95" y="1"/>
                    <a:pt x="0" y="208"/>
                    <a:pt x="153" y="283"/>
                  </a:cubicBezTo>
                  <a:cubicBezTo>
                    <a:pt x="461" y="430"/>
                    <a:pt x="811" y="457"/>
                    <a:pt x="1149" y="457"/>
                  </a:cubicBezTo>
                  <a:cubicBezTo>
                    <a:pt x="1346" y="457"/>
                    <a:pt x="1347" y="150"/>
                    <a:pt x="1149" y="150"/>
                  </a:cubicBezTo>
                  <a:cubicBezTo>
                    <a:pt x="870" y="150"/>
                    <a:pt x="565" y="141"/>
                    <a:pt x="308" y="17"/>
                  </a:cubicBezTo>
                  <a:cubicBezTo>
                    <a:pt x="284" y="6"/>
                    <a:pt x="260" y="1"/>
                    <a:pt x="2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962575" y="4098206"/>
              <a:ext cx="48759" cy="36435"/>
            </a:xfrm>
            <a:custGeom>
              <a:rect b="b" l="l" r="r" t="t"/>
              <a:pathLst>
                <a:path extrusionOk="0" h="609" w="815">
                  <a:moveTo>
                    <a:pt x="619" y="0"/>
                  </a:moveTo>
                  <a:cubicBezTo>
                    <a:pt x="618" y="0"/>
                    <a:pt x="617" y="0"/>
                    <a:pt x="616" y="0"/>
                  </a:cubicBezTo>
                  <a:cubicBezTo>
                    <a:pt x="337" y="6"/>
                    <a:pt x="16" y="139"/>
                    <a:pt x="4" y="460"/>
                  </a:cubicBezTo>
                  <a:cubicBezTo>
                    <a:pt x="0" y="559"/>
                    <a:pt x="75" y="608"/>
                    <a:pt x="152" y="608"/>
                  </a:cubicBezTo>
                  <a:cubicBezTo>
                    <a:pt x="228" y="608"/>
                    <a:pt x="307" y="559"/>
                    <a:pt x="311" y="460"/>
                  </a:cubicBezTo>
                  <a:cubicBezTo>
                    <a:pt x="311" y="434"/>
                    <a:pt x="322" y="402"/>
                    <a:pt x="366" y="370"/>
                  </a:cubicBezTo>
                  <a:cubicBezTo>
                    <a:pt x="436" y="317"/>
                    <a:pt x="531" y="308"/>
                    <a:pt x="616" y="307"/>
                  </a:cubicBezTo>
                  <a:cubicBezTo>
                    <a:pt x="812" y="304"/>
                    <a:pt x="814" y="0"/>
                    <a:pt x="6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023300" y="4116453"/>
              <a:ext cx="31170" cy="54802"/>
            </a:xfrm>
            <a:custGeom>
              <a:rect b="b" l="l" r="r" t="t"/>
              <a:pathLst>
                <a:path extrusionOk="0" h="916" w="521">
                  <a:moveTo>
                    <a:pt x="220" y="0"/>
                  </a:moveTo>
                  <a:cubicBezTo>
                    <a:pt x="104" y="0"/>
                    <a:pt x="0" y="154"/>
                    <a:pt x="106" y="263"/>
                  </a:cubicBezTo>
                  <a:cubicBezTo>
                    <a:pt x="235" y="396"/>
                    <a:pt x="214" y="590"/>
                    <a:pt x="214" y="767"/>
                  </a:cubicBezTo>
                  <a:cubicBezTo>
                    <a:pt x="214" y="866"/>
                    <a:pt x="291" y="915"/>
                    <a:pt x="368" y="915"/>
                  </a:cubicBezTo>
                  <a:cubicBezTo>
                    <a:pt x="444" y="915"/>
                    <a:pt x="521" y="866"/>
                    <a:pt x="521" y="767"/>
                  </a:cubicBezTo>
                  <a:cubicBezTo>
                    <a:pt x="521" y="503"/>
                    <a:pt x="516" y="249"/>
                    <a:pt x="322" y="47"/>
                  </a:cubicBezTo>
                  <a:cubicBezTo>
                    <a:pt x="290" y="14"/>
                    <a:pt x="255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072657" y="4098206"/>
              <a:ext cx="36973" cy="36734"/>
            </a:xfrm>
            <a:custGeom>
              <a:rect b="b" l="l" r="r" t="t"/>
              <a:pathLst>
                <a:path extrusionOk="0" h="614" w="618">
                  <a:moveTo>
                    <a:pt x="150" y="0"/>
                  </a:moveTo>
                  <a:cubicBezTo>
                    <a:pt x="70" y="0"/>
                    <a:pt x="1" y="75"/>
                    <a:pt x="1" y="154"/>
                  </a:cubicBezTo>
                  <a:cubicBezTo>
                    <a:pt x="1" y="240"/>
                    <a:pt x="71" y="304"/>
                    <a:pt x="154" y="307"/>
                  </a:cubicBezTo>
                  <a:cubicBezTo>
                    <a:pt x="223" y="310"/>
                    <a:pt x="305" y="393"/>
                    <a:pt x="308" y="460"/>
                  </a:cubicBezTo>
                  <a:cubicBezTo>
                    <a:pt x="310" y="543"/>
                    <a:pt x="376" y="614"/>
                    <a:pt x="461" y="614"/>
                  </a:cubicBezTo>
                  <a:cubicBezTo>
                    <a:pt x="541" y="614"/>
                    <a:pt x="617" y="543"/>
                    <a:pt x="614" y="460"/>
                  </a:cubicBezTo>
                  <a:cubicBezTo>
                    <a:pt x="605" y="215"/>
                    <a:pt x="400" y="9"/>
                    <a:pt x="154" y="0"/>
                  </a:cubicBezTo>
                  <a:cubicBezTo>
                    <a:pt x="153" y="0"/>
                    <a:pt x="151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5088392" y="4043224"/>
              <a:ext cx="60366" cy="18427"/>
            </a:xfrm>
            <a:custGeom>
              <a:rect b="b" l="l" r="r" t="t"/>
              <a:pathLst>
                <a:path extrusionOk="0" h="308" w="1009">
                  <a:moveTo>
                    <a:pt x="198" y="1"/>
                  </a:moveTo>
                  <a:cubicBezTo>
                    <a:pt x="1" y="1"/>
                    <a:pt x="1" y="307"/>
                    <a:pt x="198" y="307"/>
                  </a:cubicBezTo>
                  <a:lnTo>
                    <a:pt x="810" y="307"/>
                  </a:lnTo>
                  <a:cubicBezTo>
                    <a:pt x="1007" y="307"/>
                    <a:pt x="1008" y="1"/>
                    <a:pt x="8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090725" y="3970295"/>
              <a:ext cx="28179" cy="45170"/>
            </a:xfrm>
            <a:custGeom>
              <a:rect b="b" l="l" r="r" t="t"/>
              <a:pathLst>
                <a:path extrusionOk="0" h="755" w="471">
                  <a:moveTo>
                    <a:pt x="320" y="0"/>
                  </a:moveTo>
                  <a:cubicBezTo>
                    <a:pt x="243" y="0"/>
                    <a:pt x="164" y="49"/>
                    <a:pt x="159" y="148"/>
                  </a:cubicBezTo>
                  <a:cubicBezTo>
                    <a:pt x="154" y="220"/>
                    <a:pt x="108" y="288"/>
                    <a:pt x="79" y="351"/>
                  </a:cubicBezTo>
                  <a:cubicBezTo>
                    <a:pt x="39" y="434"/>
                    <a:pt x="11" y="514"/>
                    <a:pt x="6" y="608"/>
                  </a:cubicBezTo>
                  <a:cubicBezTo>
                    <a:pt x="0" y="706"/>
                    <a:pt x="75" y="755"/>
                    <a:pt x="151" y="755"/>
                  </a:cubicBezTo>
                  <a:cubicBezTo>
                    <a:pt x="228" y="755"/>
                    <a:pt x="307" y="706"/>
                    <a:pt x="312" y="608"/>
                  </a:cubicBezTo>
                  <a:cubicBezTo>
                    <a:pt x="317" y="535"/>
                    <a:pt x="363" y="468"/>
                    <a:pt x="393" y="404"/>
                  </a:cubicBezTo>
                  <a:cubicBezTo>
                    <a:pt x="432" y="320"/>
                    <a:pt x="460" y="240"/>
                    <a:pt x="466" y="148"/>
                  </a:cubicBezTo>
                  <a:cubicBezTo>
                    <a:pt x="471" y="49"/>
                    <a:pt x="397" y="0"/>
                    <a:pt x="3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" name="Google Shape;59;p2"/>
          <p:cNvGrpSpPr/>
          <p:nvPr/>
        </p:nvGrpSpPr>
        <p:grpSpPr>
          <a:xfrm>
            <a:off x="-1200094" y="1998792"/>
            <a:ext cx="3511804" cy="3924539"/>
            <a:chOff x="-1394269" y="2227279"/>
            <a:chExt cx="3511804" cy="3924539"/>
          </a:xfrm>
        </p:grpSpPr>
        <p:sp>
          <p:nvSpPr>
            <p:cNvPr id="60" name="Google Shape;60;p2"/>
            <p:cNvSpPr/>
            <p:nvPr/>
          </p:nvSpPr>
          <p:spPr>
            <a:xfrm rot="746023">
              <a:off x="-1062643" y="2494177"/>
              <a:ext cx="2848553" cy="3390744"/>
            </a:xfrm>
            <a:custGeom>
              <a:rect b="b" l="l" r="r" t="t"/>
              <a:pathLst>
                <a:path extrusionOk="0" h="56678" w="47615">
                  <a:moveTo>
                    <a:pt x="8330" y="1"/>
                  </a:moveTo>
                  <a:lnTo>
                    <a:pt x="1" y="6525"/>
                  </a:lnTo>
                  <a:lnTo>
                    <a:pt x="39284" y="56678"/>
                  </a:lnTo>
                  <a:lnTo>
                    <a:pt x="47615" y="50152"/>
                  </a:lnTo>
                  <a:lnTo>
                    <a:pt x="83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" name="Google Shape;61;p2"/>
            <p:cNvGrpSpPr/>
            <p:nvPr/>
          </p:nvGrpSpPr>
          <p:grpSpPr>
            <a:xfrm rot="746023">
              <a:off x="-1036647" y="2808935"/>
              <a:ext cx="2365525" cy="2955151"/>
              <a:chOff x="-38220" y="2183673"/>
              <a:chExt cx="2365636" cy="2955289"/>
            </a:xfrm>
          </p:grpSpPr>
          <p:sp>
            <p:nvSpPr>
              <p:cNvPr id="62" name="Google Shape;62;p2"/>
              <p:cNvSpPr/>
              <p:nvPr/>
            </p:nvSpPr>
            <p:spPr>
              <a:xfrm>
                <a:off x="-38220" y="2183673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7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21967" y="2210116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5"/>
                    </a:lnTo>
                    <a:lnTo>
                      <a:pt x="326" y="2891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83828" y="2339463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144015" y="2365727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205757" y="2495133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0"/>
                    </a:moveTo>
                    <a:lnTo>
                      <a:pt x="1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265943" y="252157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0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327745" y="2650984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387931" y="2677367"/>
                <a:ext cx="208559" cy="172901"/>
              </a:xfrm>
              <a:custGeom>
                <a:rect b="b" l="l" r="r" t="t"/>
                <a:pathLst>
                  <a:path extrusionOk="0" h="2890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455476" y="2814073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515663" y="2840337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5"/>
                    </a:lnTo>
                    <a:lnTo>
                      <a:pt x="327" y="2892"/>
                    </a:lnTo>
                    <a:lnTo>
                      <a:pt x="3486" y="419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577524" y="296968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09" y="418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637711" y="299612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699512" y="3125354"/>
                <a:ext cx="144244" cy="122527"/>
              </a:xfrm>
              <a:custGeom>
                <a:rect b="b" l="l" r="r" t="t"/>
                <a:pathLst>
                  <a:path extrusionOk="0" h="2048" w="2411">
                    <a:moveTo>
                      <a:pt x="2083" y="0"/>
                    </a:moveTo>
                    <a:lnTo>
                      <a:pt x="1" y="1631"/>
                    </a:lnTo>
                    <a:lnTo>
                      <a:pt x="328" y="2047"/>
                    </a:lnTo>
                    <a:lnTo>
                      <a:pt x="2410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759639" y="3151798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1"/>
                    </a:moveTo>
                    <a:lnTo>
                      <a:pt x="1" y="2476"/>
                    </a:lnTo>
                    <a:lnTo>
                      <a:pt x="328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821500" y="3281204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881687" y="3307468"/>
                <a:ext cx="208618" cy="173081"/>
              </a:xfrm>
              <a:custGeom>
                <a:rect b="b" l="l" r="r" t="t"/>
                <a:pathLst>
                  <a:path extrusionOk="0" h="2893" w="3487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949890" y="3445191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5" y="0"/>
                    </a:moveTo>
                    <a:lnTo>
                      <a:pt x="1" y="1631"/>
                    </a:lnTo>
                    <a:lnTo>
                      <a:pt x="328" y="2049"/>
                    </a:lnTo>
                    <a:lnTo>
                      <a:pt x="2410" y="416"/>
                    </a:lnTo>
                    <a:lnTo>
                      <a:pt x="208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010136" y="347157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0"/>
                    </a:moveTo>
                    <a:lnTo>
                      <a:pt x="0" y="2475"/>
                    </a:lnTo>
                    <a:lnTo>
                      <a:pt x="327" y="2891"/>
                    </a:lnTo>
                    <a:lnTo>
                      <a:pt x="3486" y="418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071938" y="3600921"/>
                <a:ext cx="144244" cy="122646"/>
              </a:xfrm>
              <a:custGeom>
                <a:rect b="b" l="l" r="r" t="t"/>
                <a:pathLst>
                  <a:path extrusionOk="0" h="2050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132124" y="362730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1" y="2476"/>
                    </a:lnTo>
                    <a:lnTo>
                      <a:pt x="327" y="2892"/>
                    </a:lnTo>
                    <a:lnTo>
                      <a:pt x="3485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193926" y="3756711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254112" y="3783095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0"/>
                    </a:moveTo>
                    <a:lnTo>
                      <a:pt x="0" y="2474"/>
                    </a:lnTo>
                    <a:lnTo>
                      <a:pt x="328" y="2891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315974" y="391238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376160" y="3938646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443705" y="4075471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2" y="1"/>
                    </a:moveTo>
                    <a:lnTo>
                      <a:pt x="0" y="1632"/>
                    </a:lnTo>
                    <a:lnTo>
                      <a:pt x="326" y="2048"/>
                    </a:lnTo>
                    <a:lnTo>
                      <a:pt x="2408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503892" y="4101676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565634" y="423114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1"/>
                    </a:moveTo>
                    <a:lnTo>
                      <a:pt x="1" y="1633"/>
                    </a:lnTo>
                    <a:lnTo>
                      <a:pt x="328" y="2049"/>
                    </a:lnTo>
                    <a:lnTo>
                      <a:pt x="2410" y="418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625820" y="4257645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1" y="2474"/>
                    </a:lnTo>
                    <a:lnTo>
                      <a:pt x="326" y="2890"/>
                    </a:lnTo>
                    <a:lnTo>
                      <a:pt x="3485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687682" y="4386932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1" y="1631"/>
                    </a:lnTo>
                    <a:lnTo>
                      <a:pt x="326" y="2048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1747868" y="441319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1809670" y="454266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1869856" y="456904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0" y="2476"/>
                    </a:lnTo>
                    <a:lnTo>
                      <a:pt x="326" y="2892"/>
                    </a:lnTo>
                    <a:lnTo>
                      <a:pt x="3484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1936743" y="4704974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8" y="2048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1996870" y="4731298"/>
                <a:ext cx="208559" cy="172961"/>
              </a:xfrm>
              <a:custGeom>
                <a:rect b="b" l="l" r="r" t="t"/>
                <a:pathLst>
                  <a:path extrusionOk="0" h="2891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7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058731" y="4860585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118918" y="4887088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2180779" y="5016375"/>
                <a:ext cx="144065" cy="122587"/>
              </a:xfrm>
              <a:custGeom>
                <a:rect b="b" l="l" r="r" t="t"/>
                <a:pathLst>
                  <a:path extrusionOk="0" h="2049" w="2408">
                    <a:moveTo>
                      <a:pt x="2082" y="0"/>
                    </a:moveTo>
                    <a:lnTo>
                      <a:pt x="0" y="1631"/>
                    </a:lnTo>
                    <a:lnTo>
                      <a:pt x="326" y="2049"/>
                    </a:lnTo>
                    <a:lnTo>
                      <a:pt x="2408" y="416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" name="Google Shape;99;p2"/>
            <p:cNvSpPr/>
            <p:nvPr/>
          </p:nvSpPr>
          <p:spPr>
            <a:xfrm rot="746023">
              <a:off x="-551453" y="2603886"/>
              <a:ext cx="2308575" cy="2940563"/>
            </a:xfrm>
            <a:custGeom>
              <a:rect b="b" l="l" r="r" t="t"/>
              <a:pathLst>
                <a:path extrusionOk="0" h="49153" w="38589">
                  <a:moveTo>
                    <a:pt x="209" y="0"/>
                  </a:moveTo>
                  <a:lnTo>
                    <a:pt x="0" y="164"/>
                  </a:lnTo>
                  <a:lnTo>
                    <a:pt x="38379" y="49153"/>
                  </a:lnTo>
                  <a:lnTo>
                    <a:pt x="38588" y="48991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" name="Google Shape;100;p2"/>
          <p:cNvGrpSpPr/>
          <p:nvPr/>
        </p:nvGrpSpPr>
        <p:grpSpPr>
          <a:xfrm>
            <a:off x="1352088" y="3895575"/>
            <a:ext cx="218131" cy="228540"/>
            <a:chOff x="1567788" y="4831150"/>
            <a:chExt cx="218131" cy="228540"/>
          </a:xfrm>
        </p:grpSpPr>
        <p:sp>
          <p:nvSpPr>
            <p:cNvPr id="101" name="Google Shape;101;p2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6908437" y="1522473"/>
            <a:ext cx="263669" cy="263588"/>
            <a:chOff x="4028549" y="3239505"/>
            <a:chExt cx="131381" cy="131321"/>
          </a:xfrm>
        </p:grpSpPr>
        <p:sp>
          <p:nvSpPr>
            <p:cNvPr id="110" name="Google Shape;110;p2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 rot="-5399687">
            <a:off x="168663" y="3207613"/>
            <a:ext cx="1695777" cy="2175997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869313" y="271491"/>
            <a:ext cx="4257333" cy="476864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 rot="5437892">
            <a:off x="4479142" y="575482"/>
            <a:ext cx="613078" cy="456374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815075" y="237825"/>
            <a:ext cx="4257333" cy="476864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 rot="5437892">
            <a:off x="4627185" y="549926"/>
            <a:ext cx="421149" cy="310952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>
            <p:ph type="title"/>
          </p:nvPr>
        </p:nvSpPr>
        <p:spPr>
          <a:xfrm rot="457638">
            <a:off x="1375991" y="1642138"/>
            <a:ext cx="3234417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b="1" sz="55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9" name="Google Shape;119;p3"/>
          <p:cNvSpPr txBox="1"/>
          <p:nvPr>
            <p:ph idx="1" type="subTitle"/>
          </p:nvPr>
        </p:nvSpPr>
        <p:spPr>
          <a:xfrm rot="458062">
            <a:off x="1190853" y="3142598"/>
            <a:ext cx="3231443" cy="7679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0" name="Google Shape;120;p3"/>
          <p:cNvSpPr txBox="1"/>
          <p:nvPr>
            <p:ph hasCustomPrompt="1"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0"/>
              <a:buNone/>
              <a:defRPr sz="1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3"/>
          <p:cNvSpPr/>
          <p:nvPr/>
        </p:nvSpPr>
        <p:spPr>
          <a:xfrm rot="-5399665">
            <a:off x="-59719" y="3330917"/>
            <a:ext cx="1882869" cy="1742285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 rot="5400377">
            <a:off x="7387656" y="-348227"/>
            <a:ext cx="1408040" cy="2104494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 rot="5400403">
            <a:off x="7440397" y="-60836"/>
            <a:ext cx="1563359" cy="1685040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 rot="-8610908">
            <a:off x="8808692" y="3091181"/>
            <a:ext cx="398983" cy="738797"/>
          </a:xfrm>
          <a:custGeom>
            <a:rect b="b" l="l" r="r" t="t"/>
            <a:pathLst>
              <a:path extrusionOk="0" h="12349" w="6669">
                <a:moveTo>
                  <a:pt x="6439" y="1"/>
                </a:moveTo>
                <a:cubicBezTo>
                  <a:pt x="4707" y="106"/>
                  <a:pt x="1067" y="373"/>
                  <a:pt x="1067" y="373"/>
                </a:cubicBezTo>
                <a:cubicBezTo>
                  <a:pt x="1067" y="373"/>
                  <a:pt x="1477" y="7405"/>
                  <a:pt x="1" y="11576"/>
                </a:cubicBezTo>
                <a:cubicBezTo>
                  <a:pt x="2161" y="9507"/>
                  <a:pt x="3451" y="8190"/>
                  <a:pt x="3451" y="8190"/>
                </a:cubicBezTo>
                <a:lnTo>
                  <a:pt x="4352" y="12348"/>
                </a:lnTo>
                <a:cubicBezTo>
                  <a:pt x="4352" y="12348"/>
                  <a:pt x="6668" y="7737"/>
                  <a:pt x="64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 rot="-8610908">
            <a:off x="8630010" y="3660881"/>
            <a:ext cx="326174" cy="89201"/>
          </a:xfrm>
          <a:custGeom>
            <a:rect b="b" l="l" r="r" t="t"/>
            <a:pathLst>
              <a:path extrusionOk="0" h="1491" w="5452">
                <a:moveTo>
                  <a:pt x="5374" y="1"/>
                </a:moveTo>
                <a:lnTo>
                  <a:pt x="0" y="373"/>
                </a:lnTo>
                <a:lnTo>
                  <a:pt x="78" y="1490"/>
                </a:lnTo>
                <a:lnTo>
                  <a:pt x="5451" y="1118"/>
                </a:lnTo>
                <a:lnTo>
                  <a:pt x="537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 rot="-8610908">
            <a:off x="7870122" y="3547029"/>
            <a:ext cx="702363" cy="2063654"/>
          </a:xfrm>
          <a:custGeom>
            <a:rect b="b" l="l" r="r" t="t"/>
            <a:pathLst>
              <a:path extrusionOk="0" h="34494" w="11740">
                <a:moveTo>
                  <a:pt x="1" y="0"/>
                </a:moveTo>
                <a:lnTo>
                  <a:pt x="2483" y="34494"/>
                </a:lnTo>
                <a:lnTo>
                  <a:pt x="11739" y="33820"/>
                </a:lnTo>
                <a:lnTo>
                  <a:pt x="1173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 rot="-8610908">
            <a:off x="8218977" y="3632863"/>
            <a:ext cx="211367" cy="2055278"/>
          </a:xfrm>
          <a:custGeom>
            <a:rect b="b" l="l" r="r" t="t"/>
            <a:pathLst>
              <a:path extrusionOk="0" h="34354" w="3533">
                <a:moveTo>
                  <a:pt x="1024" y="0"/>
                </a:moveTo>
                <a:lnTo>
                  <a:pt x="0" y="6"/>
                </a:lnTo>
                <a:lnTo>
                  <a:pt x="2515" y="34353"/>
                </a:lnTo>
                <a:lnTo>
                  <a:pt x="3533" y="34279"/>
                </a:lnTo>
                <a:lnTo>
                  <a:pt x="102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 rot="-8610992">
            <a:off x="8108089" y="4294347"/>
            <a:ext cx="226445" cy="201317"/>
          </a:xfrm>
          <a:custGeom>
            <a:rect b="b" l="l" r="r" t="t"/>
            <a:pathLst>
              <a:path extrusionOk="0" h="3365" w="3785">
                <a:moveTo>
                  <a:pt x="2020" y="1454"/>
                </a:moveTo>
                <a:cubicBezTo>
                  <a:pt x="2004" y="1463"/>
                  <a:pt x="1988" y="1472"/>
                  <a:pt x="1972" y="1480"/>
                </a:cubicBezTo>
                <a:cubicBezTo>
                  <a:pt x="1825" y="1560"/>
                  <a:pt x="1916" y="1765"/>
                  <a:pt x="2052" y="1765"/>
                </a:cubicBezTo>
                <a:cubicBezTo>
                  <a:pt x="2073" y="1765"/>
                  <a:pt x="2094" y="1760"/>
                  <a:pt x="2115" y="1750"/>
                </a:cubicBezTo>
                <a:lnTo>
                  <a:pt x="2115" y="1750"/>
                </a:lnTo>
                <a:cubicBezTo>
                  <a:pt x="2052" y="1784"/>
                  <a:pt x="2005" y="1830"/>
                  <a:pt x="1969" y="1886"/>
                </a:cubicBezTo>
                <a:cubicBezTo>
                  <a:pt x="1813" y="1841"/>
                  <a:pt x="1675" y="1800"/>
                  <a:pt x="1534" y="1730"/>
                </a:cubicBezTo>
                <a:cubicBezTo>
                  <a:pt x="1680" y="1599"/>
                  <a:pt x="1848" y="1504"/>
                  <a:pt x="2020" y="1454"/>
                </a:cubicBezTo>
                <a:close/>
                <a:moveTo>
                  <a:pt x="2195" y="1"/>
                </a:moveTo>
                <a:cubicBezTo>
                  <a:pt x="1630" y="1"/>
                  <a:pt x="1084" y="277"/>
                  <a:pt x="697" y="804"/>
                </a:cubicBezTo>
                <a:cubicBezTo>
                  <a:pt x="0" y="1754"/>
                  <a:pt x="725" y="3062"/>
                  <a:pt x="1767" y="3331"/>
                </a:cubicBezTo>
                <a:cubicBezTo>
                  <a:pt x="1858" y="3354"/>
                  <a:pt x="1953" y="3365"/>
                  <a:pt x="2051" y="3365"/>
                </a:cubicBezTo>
                <a:cubicBezTo>
                  <a:pt x="2847" y="3365"/>
                  <a:pt x="3784" y="2633"/>
                  <a:pt x="3371" y="1799"/>
                </a:cubicBezTo>
                <a:cubicBezTo>
                  <a:pt x="3136" y="1327"/>
                  <a:pt x="2725" y="1113"/>
                  <a:pt x="2298" y="1113"/>
                </a:cubicBezTo>
                <a:cubicBezTo>
                  <a:pt x="1892" y="1113"/>
                  <a:pt x="1471" y="1307"/>
                  <a:pt x="1176" y="1657"/>
                </a:cubicBezTo>
                <a:cubicBezTo>
                  <a:pt x="1110" y="1735"/>
                  <a:pt x="1119" y="1840"/>
                  <a:pt x="1207" y="1897"/>
                </a:cubicBezTo>
                <a:cubicBezTo>
                  <a:pt x="1483" y="2076"/>
                  <a:pt x="1702" y="2124"/>
                  <a:pt x="2010" y="2219"/>
                </a:cubicBezTo>
                <a:cubicBezTo>
                  <a:pt x="2023" y="2223"/>
                  <a:pt x="2036" y="2225"/>
                  <a:pt x="2049" y="2225"/>
                </a:cubicBezTo>
                <a:cubicBezTo>
                  <a:pt x="2103" y="2225"/>
                  <a:pt x="2151" y="2194"/>
                  <a:pt x="2182" y="2148"/>
                </a:cubicBezTo>
                <a:cubicBezTo>
                  <a:pt x="2319" y="1948"/>
                  <a:pt x="2405" y="1616"/>
                  <a:pt x="2183" y="1448"/>
                </a:cubicBezTo>
                <a:cubicBezTo>
                  <a:pt x="2166" y="1435"/>
                  <a:pt x="2145" y="1431"/>
                  <a:pt x="2124" y="1429"/>
                </a:cubicBezTo>
                <a:cubicBezTo>
                  <a:pt x="2180" y="1419"/>
                  <a:pt x="2237" y="1414"/>
                  <a:pt x="2294" y="1414"/>
                </a:cubicBezTo>
                <a:cubicBezTo>
                  <a:pt x="2586" y="1414"/>
                  <a:pt x="2869" y="1553"/>
                  <a:pt x="3067" y="1873"/>
                </a:cubicBezTo>
                <a:cubicBezTo>
                  <a:pt x="3249" y="2168"/>
                  <a:pt x="3125" y="2491"/>
                  <a:pt x="2908" y="2722"/>
                </a:cubicBezTo>
                <a:cubicBezTo>
                  <a:pt x="2693" y="2949"/>
                  <a:pt x="2399" y="3050"/>
                  <a:pt x="2102" y="3050"/>
                </a:cubicBezTo>
                <a:cubicBezTo>
                  <a:pt x="1909" y="3050"/>
                  <a:pt x="1715" y="3008"/>
                  <a:pt x="1541" y="2929"/>
                </a:cubicBezTo>
                <a:cubicBezTo>
                  <a:pt x="666" y="2533"/>
                  <a:pt x="533" y="1447"/>
                  <a:pt x="1116" y="764"/>
                </a:cubicBezTo>
                <a:cubicBezTo>
                  <a:pt x="1393" y="440"/>
                  <a:pt x="1758" y="300"/>
                  <a:pt x="2133" y="300"/>
                </a:cubicBezTo>
                <a:cubicBezTo>
                  <a:pt x="2505" y="300"/>
                  <a:pt x="2886" y="439"/>
                  <a:pt x="3197" y="672"/>
                </a:cubicBezTo>
                <a:cubicBezTo>
                  <a:pt x="3225" y="693"/>
                  <a:pt x="3253" y="702"/>
                  <a:pt x="3279" y="702"/>
                </a:cubicBezTo>
                <a:cubicBezTo>
                  <a:pt x="3400" y="702"/>
                  <a:pt x="3480" y="503"/>
                  <a:pt x="3352" y="407"/>
                </a:cubicBezTo>
                <a:cubicBezTo>
                  <a:pt x="2987" y="134"/>
                  <a:pt x="2586" y="1"/>
                  <a:pt x="219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 rot="4499988">
            <a:off x="6722271" y="3924612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3"/>
          <p:cNvGrpSpPr/>
          <p:nvPr/>
        </p:nvGrpSpPr>
        <p:grpSpPr>
          <a:xfrm rot="8413903">
            <a:off x="6513201" y="4175598"/>
            <a:ext cx="263672" cy="263580"/>
            <a:chOff x="4028549" y="3239505"/>
            <a:chExt cx="131381" cy="131321"/>
          </a:xfrm>
        </p:grpSpPr>
        <p:sp>
          <p:nvSpPr>
            <p:cNvPr id="131" name="Google Shape;131;p3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4"/>
          <p:cNvSpPr txBox="1"/>
          <p:nvPr>
            <p:ph idx="1" type="subTitle"/>
          </p:nvPr>
        </p:nvSpPr>
        <p:spPr>
          <a:xfrm>
            <a:off x="713125" y="1181800"/>
            <a:ext cx="7717500" cy="34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9" name="Google Shape;139;p4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8510891" y="4487551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4"/>
          <p:cNvGrpSpPr/>
          <p:nvPr/>
        </p:nvGrpSpPr>
        <p:grpSpPr>
          <a:xfrm rot="3913898">
            <a:off x="8701281" y="4717356"/>
            <a:ext cx="263671" cy="263580"/>
            <a:chOff x="4028549" y="3239505"/>
            <a:chExt cx="131381" cy="131321"/>
          </a:xfrm>
        </p:grpSpPr>
        <p:sp>
          <p:nvSpPr>
            <p:cNvPr id="142" name="Google Shape;142;p4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>
            <p:ph idx="1" type="subTitle"/>
          </p:nvPr>
        </p:nvSpPr>
        <p:spPr>
          <a:xfrm>
            <a:off x="713125" y="1181800"/>
            <a:ext cx="3686400" cy="341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5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 txBox="1"/>
          <p:nvPr>
            <p:ph idx="2" type="subTitle"/>
          </p:nvPr>
        </p:nvSpPr>
        <p:spPr>
          <a:xfrm>
            <a:off x="4744175" y="1181800"/>
            <a:ext cx="3686400" cy="341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6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 rot="4499988">
            <a:off x="358896" y="4426812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6"/>
          <p:cNvGrpSpPr/>
          <p:nvPr/>
        </p:nvGrpSpPr>
        <p:grpSpPr>
          <a:xfrm rot="8413903">
            <a:off x="149826" y="4677798"/>
            <a:ext cx="263672" cy="263580"/>
            <a:chOff x="4028549" y="3239505"/>
            <a:chExt cx="131381" cy="131321"/>
          </a:xfrm>
        </p:grpSpPr>
        <p:sp>
          <p:nvSpPr>
            <p:cNvPr id="160" name="Google Shape;160;p6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idx="1" type="subTitle"/>
          </p:nvPr>
        </p:nvSpPr>
        <p:spPr>
          <a:xfrm>
            <a:off x="1902075" y="1649150"/>
            <a:ext cx="32343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7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7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094150" y="4618425"/>
            <a:ext cx="1898626" cy="533932"/>
          </a:xfrm>
          <a:custGeom>
            <a:rect b="b" l="l" r="r" t="t"/>
            <a:pathLst>
              <a:path extrusionOk="0" h="11018" w="31735">
                <a:moveTo>
                  <a:pt x="26485" y="1"/>
                </a:moveTo>
                <a:lnTo>
                  <a:pt x="1" y="11018"/>
                </a:lnTo>
                <a:lnTo>
                  <a:pt x="31734" y="11018"/>
                </a:lnTo>
                <a:lnTo>
                  <a:pt x="2648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37416" y="4282164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88663" y="4679410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7"/>
          <p:cNvGrpSpPr/>
          <p:nvPr/>
        </p:nvGrpSpPr>
        <p:grpSpPr>
          <a:xfrm>
            <a:off x="523464" y="4505247"/>
            <a:ext cx="189773" cy="174158"/>
            <a:chOff x="6476077" y="96834"/>
            <a:chExt cx="189773" cy="174158"/>
          </a:xfrm>
        </p:grpSpPr>
        <p:sp>
          <p:nvSpPr>
            <p:cNvPr id="173" name="Google Shape;173;p7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8"/>
          <p:cNvGrpSpPr/>
          <p:nvPr/>
        </p:nvGrpSpPr>
        <p:grpSpPr>
          <a:xfrm>
            <a:off x="975625" y="1574596"/>
            <a:ext cx="7020761" cy="2451554"/>
            <a:chOff x="1021550" y="1583496"/>
            <a:chExt cx="7020761" cy="2451554"/>
          </a:xfrm>
        </p:grpSpPr>
        <p:sp>
          <p:nvSpPr>
            <p:cNvPr id="177" name="Google Shape;177;p8"/>
            <p:cNvSpPr/>
            <p:nvPr/>
          </p:nvSpPr>
          <p:spPr>
            <a:xfrm rot="-5400000">
              <a:off x="6492231" y="2484970"/>
              <a:ext cx="1328229" cy="1771931"/>
            </a:xfrm>
            <a:custGeom>
              <a:rect b="b" l="l" r="r" t="t"/>
              <a:pathLst>
                <a:path extrusionOk="0" h="9608" w="7202">
                  <a:moveTo>
                    <a:pt x="1" y="1"/>
                  </a:moveTo>
                  <a:lnTo>
                    <a:pt x="1" y="9607"/>
                  </a:lnTo>
                  <a:lnTo>
                    <a:pt x="3602" y="7391"/>
                  </a:lnTo>
                  <a:lnTo>
                    <a:pt x="7201" y="9607"/>
                  </a:lnTo>
                  <a:lnTo>
                    <a:pt x="72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 rot="-5400000">
              <a:off x="1243494" y="2484878"/>
              <a:ext cx="1328229" cy="1772116"/>
            </a:xfrm>
            <a:custGeom>
              <a:rect b="b" l="l" r="r" t="t"/>
              <a:pathLst>
                <a:path extrusionOk="0" h="9609" w="7202">
                  <a:moveTo>
                    <a:pt x="1" y="1"/>
                  </a:moveTo>
                  <a:lnTo>
                    <a:pt x="1" y="9609"/>
                  </a:lnTo>
                  <a:lnTo>
                    <a:pt x="7201" y="9609"/>
                  </a:lnTo>
                  <a:lnTo>
                    <a:pt x="7201" y="1"/>
                  </a:lnTo>
                  <a:lnTo>
                    <a:pt x="3602" y="22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 rot="-5400000">
              <a:off x="3542415" y="-101935"/>
              <a:ext cx="1979051" cy="5349912"/>
            </a:xfrm>
            <a:custGeom>
              <a:rect b="b" l="l" r="r" t="t"/>
              <a:pathLst>
                <a:path extrusionOk="0" h="29009" w="7201">
                  <a:moveTo>
                    <a:pt x="0" y="0"/>
                  </a:moveTo>
                  <a:lnTo>
                    <a:pt x="0" y="29009"/>
                  </a:lnTo>
                  <a:lnTo>
                    <a:pt x="7200" y="29009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" name="Google Shape;180;p8"/>
          <p:cNvSpPr/>
          <p:nvPr/>
        </p:nvSpPr>
        <p:spPr>
          <a:xfrm rot="5437877">
            <a:off x="4183373" y="1321932"/>
            <a:ext cx="777266" cy="578578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 rot="-5400000">
            <a:off x="6532306" y="2404845"/>
            <a:ext cx="1328229" cy="1771931"/>
          </a:xfrm>
          <a:custGeom>
            <a:rect b="b" l="l" r="r" t="t"/>
            <a:pathLst>
              <a:path extrusionOk="0" h="9608" w="7202">
                <a:moveTo>
                  <a:pt x="1" y="1"/>
                </a:moveTo>
                <a:lnTo>
                  <a:pt x="1" y="9607"/>
                </a:lnTo>
                <a:lnTo>
                  <a:pt x="3602" y="7391"/>
                </a:lnTo>
                <a:lnTo>
                  <a:pt x="7201" y="9607"/>
                </a:lnTo>
                <a:lnTo>
                  <a:pt x="720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 rot="-5400000">
            <a:off x="6542363" y="3250336"/>
            <a:ext cx="472681" cy="936497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 rot="-5400000">
            <a:off x="6148523" y="2788628"/>
            <a:ext cx="1328229" cy="1004365"/>
          </a:xfrm>
          <a:custGeom>
            <a:rect b="b" l="l" r="r" t="t"/>
            <a:pathLst>
              <a:path extrusionOk="0" h="5446" w="7202">
                <a:moveTo>
                  <a:pt x="1" y="1"/>
                </a:moveTo>
                <a:lnTo>
                  <a:pt x="1" y="703"/>
                </a:lnTo>
                <a:lnTo>
                  <a:pt x="2393" y="5446"/>
                </a:lnTo>
                <a:lnTo>
                  <a:pt x="7201" y="5446"/>
                </a:lnTo>
                <a:lnTo>
                  <a:pt x="7201" y="5078"/>
                </a:lnTo>
                <a:lnTo>
                  <a:pt x="2562" y="5078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 rot="-5400000">
            <a:off x="1283569" y="2404753"/>
            <a:ext cx="1328229" cy="1772116"/>
          </a:xfrm>
          <a:custGeom>
            <a:rect b="b" l="l" r="r" t="t"/>
            <a:pathLst>
              <a:path extrusionOk="0" h="9609" w="7202">
                <a:moveTo>
                  <a:pt x="1" y="1"/>
                </a:moveTo>
                <a:lnTo>
                  <a:pt x="1" y="9609"/>
                </a:lnTo>
                <a:lnTo>
                  <a:pt x="7201" y="9609"/>
                </a:lnTo>
                <a:lnTo>
                  <a:pt x="7201" y="1"/>
                </a:lnTo>
                <a:lnTo>
                  <a:pt x="3602" y="2217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 rot="-5400000">
            <a:off x="3582490" y="-182060"/>
            <a:ext cx="1979051" cy="5349912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 rot="-5400000">
            <a:off x="2129056" y="3250243"/>
            <a:ext cx="472681" cy="936682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 rot="-5400000">
            <a:off x="1667441" y="2788628"/>
            <a:ext cx="1328229" cy="1004365"/>
          </a:xfrm>
          <a:custGeom>
            <a:rect b="b" l="l" r="r" t="t"/>
            <a:pathLst>
              <a:path extrusionOk="0" h="5446" w="7202">
                <a:moveTo>
                  <a:pt x="2393" y="1"/>
                </a:moveTo>
                <a:lnTo>
                  <a:pt x="1" y="4742"/>
                </a:lnTo>
                <a:lnTo>
                  <a:pt x="1" y="5446"/>
                </a:lnTo>
                <a:lnTo>
                  <a:pt x="2562" y="367"/>
                </a:lnTo>
                <a:lnTo>
                  <a:pt x="7201" y="367"/>
                </a:lnTo>
                <a:lnTo>
                  <a:pt x="72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-25075" y="-22499"/>
            <a:ext cx="1337063" cy="1237172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7094150" y="4618425"/>
            <a:ext cx="1898626" cy="533932"/>
          </a:xfrm>
          <a:custGeom>
            <a:rect b="b" l="l" r="r" t="t"/>
            <a:pathLst>
              <a:path extrusionOk="0" h="11018" w="31735">
                <a:moveTo>
                  <a:pt x="26485" y="1"/>
                </a:moveTo>
                <a:lnTo>
                  <a:pt x="1" y="11018"/>
                </a:lnTo>
                <a:lnTo>
                  <a:pt x="31734" y="11018"/>
                </a:lnTo>
                <a:lnTo>
                  <a:pt x="2648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 rot="5437877">
            <a:off x="4371060" y="1289530"/>
            <a:ext cx="533936" cy="394216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192423" y="3983258"/>
            <a:ext cx="587147" cy="92972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4284524" y="3839306"/>
            <a:ext cx="667256" cy="95604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192866" y="278826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244113" y="676073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" name="Google Shape;195;p8"/>
          <p:cNvGrpSpPr/>
          <p:nvPr/>
        </p:nvGrpSpPr>
        <p:grpSpPr>
          <a:xfrm>
            <a:off x="8478914" y="501909"/>
            <a:ext cx="189773" cy="174158"/>
            <a:chOff x="6476077" y="96834"/>
            <a:chExt cx="189773" cy="174158"/>
          </a:xfrm>
        </p:grpSpPr>
        <p:sp>
          <p:nvSpPr>
            <p:cNvPr id="196" name="Google Shape;196;p8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8"/>
          <p:cNvGrpSpPr/>
          <p:nvPr/>
        </p:nvGrpSpPr>
        <p:grpSpPr>
          <a:xfrm>
            <a:off x="264762" y="4708524"/>
            <a:ext cx="218071" cy="228481"/>
            <a:chOff x="4930687" y="3942774"/>
            <a:chExt cx="218071" cy="228481"/>
          </a:xfrm>
        </p:grpSpPr>
        <p:sp>
          <p:nvSpPr>
            <p:cNvPr id="199" name="Google Shape;199;p8"/>
            <p:cNvSpPr/>
            <p:nvPr/>
          </p:nvSpPr>
          <p:spPr>
            <a:xfrm>
              <a:off x="5054410" y="3942774"/>
              <a:ext cx="18307" cy="63597"/>
            </a:xfrm>
            <a:custGeom>
              <a:rect b="b" l="l" r="r" t="t"/>
              <a:pathLst>
                <a:path extrusionOk="0" h="1063" w="306">
                  <a:moveTo>
                    <a:pt x="153" y="0"/>
                  </a:moveTo>
                  <a:cubicBezTo>
                    <a:pt x="77" y="0"/>
                    <a:pt x="1" y="49"/>
                    <a:pt x="1" y="148"/>
                  </a:cubicBezTo>
                  <a:lnTo>
                    <a:pt x="1" y="915"/>
                  </a:lnTo>
                  <a:cubicBezTo>
                    <a:pt x="1" y="1013"/>
                    <a:pt x="77" y="1062"/>
                    <a:pt x="153" y="1062"/>
                  </a:cubicBezTo>
                  <a:cubicBezTo>
                    <a:pt x="230" y="1062"/>
                    <a:pt x="306" y="1013"/>
                    <a:pt x="306" y="915"/>
                  </a:cubicBezTo>
                  <a:lnTo>
                    <a:pt x="306" y="148"/>
                  </a:lnTo>
                  <a:cubicBezTo>
                    <a:pt x="306" y="49"/>
                    <a:pt x="230" y="0"/>
                    <a:pt x="1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4990095" y="3970295"/>
              <a:ext cx="40503" cy="54742"/>
            </a:xfrm>
            <a:custGeom>
              <a:rect b="b" l="l" r="r" t="t"/>
              <a:pathLst>
                <a:path extrusionOk="0" h="915" w="677">
                  <a:moveTo>
                    <a:pt x="152" y="0"/>
                  </a:moveTo>
                  <a:cubicBezTo>
                    <a:pt x="75" y="0"/>
                    <a:pt x="0" y="49"/>
                    <a:pt x="4" y="148"/>
                  </a:cubicBezTo>
                  <a:cubicBezTo>
                    <a:pt x="11" y="408"/>
                    <a:pt x="178" y="685"/>
                    <a:pt x="354" y="868"/>
                  </a:cubicBezTo>
                  <a:cubicBezTo>
                    <a:pt x="386" y="901"/>
                    <a:pt x="422" y="915"/>
                    <a:pt x="457" y="915"/>
                  </a:cubicBezTo>
                  <a:cubicBezTo>
                    <a:pt x="572" y="915"/>
                    <a:pt x="676" y="761"/>
                    <a:pt x="570" y="652"/>
                  </a:cubicBezTo>
                  <a:cubicBezTo>
                    <a:pt x="451" y="528"/>
                    <a:pt x="315" y="309"/>
                    <a:pt x="309" y="148"/>
                  </a:cubicBezTo>
                  <a:cubicBezTo>
                    <a:pt x="306" y="49"/>
                    <a:pt x="228" y="0"/>
                    <a:pt x="1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4930687" y="4043464"/>
              <a:ext cx="80647" cy="27341"/>
            </a:xfrm>
            <a:custGeom>
              <a:rect b="b" l="l" r="r" t="t"/>
              <a:pathLst>
                <a:path extrusionOk="0" h="457" w="1348">
                  <a:moveTo>
                    <a:pt x="238" y="1"/>
                  </a:moveTo>
                  <a:cubicBezTo>
                    <a:pt x="95" y="1"/>
                    <a:pt x="0" y="208"/>
                    <a:pt x="153" y="283"/>
                  </a:cubicBezTo>
                  <a:cubicBezTo>
                    <a:pt x="461" y="430"/>
                    <a:pt x="811" y="457"/>
                    <a:pt x="1149" y="457"/>
                  </a:cubicBezTo>
                  <a:cubicBezTo>
                    <a:pt x="1346" y="457"/>
                    <a:pt x="1347" y="150"/>
                    <a:pt x="1149" y="150"/>
                  </a:cubicBezTo>
                  <a:cubicBezTo>
                    <a:pt x="870" y="150"/>
                    <a:pt x="565" y="141"/>
                    <a:pt x="308" y="17"/>
                  </a:cubicBezTo>
                  <a:cubicBezTo>
                    <a:pt x="284" y="6"/>
                    <a:pt x="260" y="1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4962575" y="4098206"/>
              <a:ext cx="48759" cy="36435"/>
            </a:xfrm>
            <a:custGeom>
              <a:rect b="b" l="l" r="r" t="t"/>
              <a:pathLst>
                <a:path extrusionOk="0" h="609" w="815">
                  <a:moveTo>
                    <a:pt x="619" y="0"/>
                  </a:moveTo>
                  <a:cubicBezTo>
                    <a:pt x="618" y="0"/>
                    <a:pt x="617" y="0"/>
                    <a:pt x="616" y="0"/>
                  </a:cubicBezTo>
                  <a:cubicBezTo>
                    <a:pt x="337" y="6"/>
                    <a:pt x="16" y="139"/>
                    <a:pt x="4" y="460"/>
                  </a:cubicBezTo>
                  <a:cubicBezTo>
                    <a:pt x="0" y="559"/>
                    <a:pt x="75" y="608"/>
                    <a:pt x="152" y="608"/>
                  </a:cubicBezTo>
                  <a:cubicBezTo>
                    <a:pt x="228" y="608"/>
                    <a:pt x="307" y="559"/>
                    <a:pt x="311" y="460"/>
                  </a:cubicBezTo>
                  <a:cubicBezTo>
                    <a:pt x="311" y="434"/>
                    <a:pt x="322" y="402"/>
                    <a:pt x="366" y="370"/>
                  </a:cubicBezTo>
                  <a:cubicBezTo>
                    <a:pt x="436" y="317"/>
                    <a:pt x="531" y="308"/>
                    <a:pt x="616" y="307"/>
                  </a:cubicBezTo>
                  <a:cubicBezTo>
                    <a:pt x="812" y="304"/>
                    <a:pt x="814" y="0"/>
                    <a:pt x="6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5023300" y="4116453"/>
              <a:ext cx="31170" cy="54802"/>
            </a:xfrm>
            <a:custGeom>
              <a:rect b="b" l="l" r="r" t="t"/>
              <a:pathLst>
                <a:path extrusionOk="0" h="916" w="521">
                  <a:moveTo>
                    <a:pt x="220" y="0"/>
                  </a:moveTo>
                  <a:cubicBezTo>
                    <a:pt x="104" y="0"/>
                    <a:pt x="0" y="154"/>
                    <a:pt x="106" y="263"/>
                  </a:cubicBezTo>
                  <a:cubicBezTo>
                    <a:pt x="235" y="396"/>
                    <a:pt x="214" y="590"/>
                    <a:pt x="214" y="767"/>
                  </a:cubicBezTo>
                  <a:cubicBezTo>
                    <a:pt x="214" y="866"/>
                    <a:pt x="291" y="915"/>
                    <a:pt x="368" y="915"/>
                  </a:cubicBezTo>
                  <a:cubicBezTo>
                    <a:pt x="444" y="915"/>
                    <a:pt x="521" y="866"/>
                    <a:pt x="521" y="767"/>
                  </a:cubicBezTo>
                  <a:cubicBezTo>
                    <a:pt x="521" y="503"/>
                    <a:pt x="516" y="249"/>
                    <a:pt x="322" y="47"/>
                  </a:cubicBezTo>
                  <a:cubicBezTo>
                    <a:pt x="290" y="14"/>
                    <a:pt x="255" y="0"/>
                    <a:pt x="2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5072657" y="4098206"/>
              <a:ext cx="36973" cy="36734"/>
            </a:xfrm>
            <a:custGeom>
              <a:rect b="b" l="l" r="r" t="t"/>
              <a:pathLst>
                <a:path extrusionOk="0" h="614" w="618">
                  <a:moveTo>
                    <a:pt x="150" y="0"/>
                  </a:moveTo>
                  <a:cubicBezTo>
                    <a:pt x="70" y="0"/>
                    <a:pt x="1" y="75"/>
                    <a:pt x="1" y="154"/>
                  </a:cubicBezTo>
                  <a:cubicBezTo>
                    <a:pt x="1" y="240"/>
                    <a:pt x="71" y="304"/>
                    <a:pt x="154" y="307"/>
                  </a:cubicBezTo>
                  <a:cubicBezTo>
                    <a:pt x="223" y="310"/>
                    <a:pt x="305" y="393"/>
                    <a:pt x="308" y="460"/>
                  </a:cubicBezTo>
                  <a:cubicBezTo>
                    <a:pt x="310" y="543"/>
                    <a:pt x="376" y="614"/>
                    <a:pt x="461" y="614"/>
                  </a:cubicBezTo>
                  <a:cubicBezTo>
                    <a:pt x="541" y="614"/>
                    <a:pt x="617" y="543"/>
                    <a:pt x="614" y="460"/>
                  </a:cubicBezTo>
                  <a:cubicBezTo>
                    <a:pt x="605" y="215"/>
                    <a:pt x="400" y="9"/>
                    <a:pt x="154" y="0"/>
                  </a:cubicBezTo>
                  <a:cubicBezTo>
                    <a:pt x="153" y="0"/>
                    <a:pt x="151" y="0"/>
                    <a:pt x="1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5088392" y="4043224"/>
              <a:ext cx="60366" cy="18427"/>
            </a:xfrm>
            <a:custGeom>
              <a:rect b="b" l="l" r="r" t="t"/>
              <a:pathLst>
                <a:path extrusionOk="0" h="308" w="1009">
                  <a:moveTo>
                    <a:pt x="198" y="1"/>
                  </a:moveTo>
                  <a:cubicBezTo>
                    <a:pt x="1" y="1"/>
                    <a:pt x="1" y="307"/>
                    <a:pt x="198" y="307"/>
                  </a:cubicBezTo>
                  <a:lnTo>
                    <a:pt x="810" y="307"/>
                  </a:lnTo>
                  <a:cubicBezTo>
                    <a:pt x="1007" y="307"/>
                    <a:pt x="1008" y="1"/>
                    <a:pt x="8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5090725" y="3970295"/>
              <a:ext cx="28179" cy="45170"/>
            </a:xfrm>
            <a:custGeom>
              <a:rect b="b" l="l" r="r" t="t"/>
              <a:pathLst>
                <a:path extrusionOk="0" h="755" w="471">
                  <a:moveTo>
                    <a:pt x="320" y="0"/>
                  </a:moveTo>
                  <a:cubicBezTo>
                    <a:pt x="243" y="0"/>
                    <a:pt x="164" y="49"/>
                    <a:pt x="159" y="148"/>
                  </a:cubicBezTo>
                  <a:cubicBezTo>
                    <a:pt x="154" y="220"/>
                    <a:pt x="108" y="288"/>
                    <a:pt x="79" y="351"/>
                  </a:cubicBezTo>
                  <a:cubicBezTo>
                    <a:pt x="39" y="434"/>
                    <a:pt x="11" y="514"/>
                    <a:pt x="6" y="608"/>
                  </a:cubicBezTo>
                  <a:cubicBezTo>
                    <a:pt x="0" y="706"/>
                    <a:pt x="75" y="755"/>
                    <a:pt x="151" y="755"/>
                  </a:cubicBezTo>
                  <a:cubicBezTo>
                    <a:pt x="228" y="755"/>
                    <a:pt x="307" y="706"/>
                    <a:pt x="312" y="608"/>
                  </a:cubicBezTo>
                  <a:cubicBezTo>
                    <a:pt x="317" y="535"/>
                    <a:pt x="363" y="468"/>
                    <a:pt x="393" y="404"/>
                  </a:cubicBezTo>
                  <a:cubicBezTo>
                    <a:pt x="432" y="320"/>
                    <a:pt x="460" y="240"/>
                    <a:pt x="466" y="148"/>
                  </a:cubicBezTo>
                  <a:cubicBezTo>
                    <a:pt x="471" y="49"/>
                    <a:pt x="397" y="0"/>
                    <a:pt x="3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8"/>
          <p:cNvSpPr txBox="1"/>
          <p:nvPr>
            <p:ph type="title"/>
          </p:nvPr>
        </p:nvSpPr>
        <p:spPr>
          <a:xfrm>
            <a:off x="1499550" y="1350950"/>
            <a:ext cx="6144900" cy="22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 rot="-5399687">
            <a:off x="168663" y="3207613"/>
            <a:ext cx="1695777" cy="2175997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 rot="-995320">
            <a:off x="873021" y="263039"/>
            <a:ext cx="4257317" cy="4768636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 rot="4442638">
            <a:off x="2269077" y="311308"/>
            <a:ext cx="613074" cy="456378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 rot="-995320">
            <a:off x="811429" y="246259"/>
            <a:ext cx="4257317" cy="4768636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 rot="4442638">
            <a:off x="2386898" y="274973"/>
            <a:ext cx="421146" cy="310954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 txBox="1"/>
          <p:nvPr>
            <p:ph type="title"/>
          </p:nvPr>
        </p:nvSpPr>
        <p:spPr>
          <a:xfrm rot="-537545">
            <a:off x="1270979" y="1650993"/>
            <a:ext cx="3234461" cy="126406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b="1"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9"/>
          <p:cNvSpPr txBox="1"/>
          <p:nvPr>
            <p:ph idx="1" type="subTitle"/>
          </p:nvPr>
        </p:nvSpPr>
        <p:spPr>
          <a:xfrm rot="-537097">
            <a:off x="1451032" y="3152651"/>
            <a:ext cx="3231358" cy="76774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7" name="Google Shape;217;p9"/>
          <p:cNvSpPr txBox="1"/>
          <p:nvPr>
            <p:ph hasCustomPrompt="1"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0"/>
              <a:buNone/>
              <a:defRPr sz="1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8" name="Google Shape;218;p9"/>
          <p:cNvSpPr/>
          <p:nvPr/>
        </p:nvSpPr>
        <p:spPr>
          <a:xfrm rot="-5399665">
            <a:off x="-59719" y="3330917"/>
            <a:ext cx="1882869" cy="1742285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 rot="5400377">
            <a:off x="7387656" y="-348227"/>
            <a:ext cx="1408040" cy="2104494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 rot="5400403">
            <a:off x="7440397" y="-60836"/>
            <a:ext cx="1563359" cy="1685040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 rot="-8610992">
            <a:off x="8808681" y="3091174"/>
            <a:ext cx="398985" cy="738802"/>
          </a:xfrm>
          <a:custGeom>
            <a:rect b="b" l="l" r="r" t="t"/>
            <a:pathLst>
              <a:path extrusionOk="0" h="12349" w="6669">
                <a:moveTo>
                  <a:pt x="6439" y="1"/>
                </a:moveTo>
                <a:cubicBezTo>
                  <a:pt x="4707" y="106"/>
                  <a:pt x="1067" y="373"/>
                  <a:pt x="1067" y="373"/>
                </a:cubicBezTo>
                <a:cubicBezTo>
                  <a:pt x="1067" y="373"/>
                  <a:pt x="1477" y="7405"/>
                  <a:pt x="1" y="11576"/>
                </a:cubicBezTo>
                <a:cubicBezTo>
                  <a:pt x="2161" y="9507"/>
                  <a:pt x="3451" y="8190"/>
                  <a:pt x="3451" y="8190"/>
                </a:cubicBezTo>
                <a:lnTo>
                  <a:pt x="4352" y="12348"/>
                </a:lnTo>
                <a:cubicBezTo>
                  <a:pt x="4352" y="12348"/>
                  <a:pt x="6668" y="7737"/>
                  <a:pt x="64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 rot="-8610992">
            <a:off x="8630005" y="3660883"/>
            <a:ext cx="326176" cy="89202"/>
          </a:xfrm>
          <a:custGeom>
            <a:rect b="b" l="l" r="r" t="t"/>
            <a:pathLst>
              <a:path extrusionOk="0" h="1491" w="5452">
                <a:moveTo>
                  <a:pt x="5374" y="1"/>
                </a:moveTo>
                <a:lnTo>
                  <a:pt x="0" y="373"/>
                </a:lnTo>
                <a:lnTo>
                  <a:pt x="78" y="1490"/>
                </a:lnTo>
                <a:lnTo>
                  <a:pt x="5451" y="1118"/>
                </a:lnTo>
                <a:lnTo>
                  <a:pt x="537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 rot="-8610992">
            <a:off x="7870096" y="3547007"/>
            <a:ext cx="702367" cy="2063668"/>
          </a:xfrm>
          <a:custGeom>
            <a:rect b="b" l="l" r="r" t="t"/>
            <a:pathLst>
              <a:path extrusionOk="0" h="34494" w="11740">
                <a:moveTo>
                  <a:pt x="1" y="0"/>
                </a:moveTo>
                <a:lnTo>
                  <a:pt x="2483" y="34494"/>
                </a:lnTo>
                <a:lnTo>
                  <a:pt x="11739" y="33820"/>
                </a:lnTo>
                <a:lnTo>
                  <a:pt x="1173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 rot="-8610992">
            <a:off x="8218958" y="3632838"/>
            <a:ext cx="211368" cy="2055292"/>
          </a:xfrm>
          <a:custGeom>
            <a:rect b="b" l="l" r="r" t="t"/>
            <a:pathLst>
              <a:path extrusionOk="0" h="34354" w="3533">
                <a:moveTo>
                  <a:pt x="1024" y="0"/>
                </a:moveTo>
                <a:lnTo>
                  <a:pt x="0" y="6"/>
                </a:lnTo>
                <a:lnTo>
                  <a:pt x="2515" y="34353"/>
                </a:lnTo>
                <a:lnTo>
                  <a:pt x="3533" y="34279"/>
                </a:lnTo>
                <a:lnTo>
                  <a:pt x="10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 rot="-8610992">
            <a:off x="8108089" y="4294347"/>
            <a:ext cx="226445" cy="201317"/>
          </a:xfrm>
          <a:custGeom>
            <a:rect b="b" l="l" r="r" t="t"/>
            <a:pathLst>
              <a:path extrusionOk="0" h="3365" w="3785">
                <a:moveTo>
                  <a:pt x="2020" y="1454"/>
                </a:moveTo>
                <a:cubicBezTo>
                  <a:pt x="2004" y="1463"/>
                  <a:pt x="1988" y="1472"/>
                  <a:pt x="1972" y="1480"/>
                </a:cubicBezTo>
                <a:cubicBezTo>
                  <a:pt x="1825" y="1560"/>
                  <a:pt x="1916" y="1765"/>
                  <a:pt x="2052" y="1765"/>
                </a:cubicBezTo>
                <a:cubicBezTo>
                  <a:pt x="2073" y="1765"/>
                  <a:pt x="2094" y="1760"/>
                  <a:pt x="2115" y="1750"/>
                </a:cubicBezTo>
                <a:lnTo>
                  <a:pt x="2115" y="1750"/>
                </a:lnTo>
                <a:cubicBezTo>
                  <a:pt x="2052" y="1784"/>
                  <a:pt x="2005" y="1830"/>
                  <a:pt x="1969" y="1886"/>
                </a:cubicBezTo>
                <a:cubicBezTo>
                  <a:pt x="1813" y="1841"/>
                  <a:pt x="1675" y="1800"/>
                  <a:pt x="1534" y="1730"/>
                </a:cubicBezTo>
                <a:cubicBezTo>
                  <a:pt x="1680" y="1599"/>
                  <a:pt x="1848" y="1504"/>
                  <a:pt x="2020" y="1454"/>
                </a:cubicBezTo>
                <a:close/>
                <a:moveTo>
                  <a:pt x="2195" y="1"/>
                </a:moveTo>
                <a:cubicBezTo>
                  <a:pt x="1630" y="1"/>
                  <a:pt x="1084" y="277"/>
                  <a:pt x="697" y="804"/>
                </a:cubicBezTo>
                <a:cubicBezTo>
                  <a:pt x="0" y="1754"/>
                  <a:pt x="725" y="3062"/>
                  <a:pt x="1767" y="3331"/>
                </a:cubicBezTo>
                <a:cubicBezTo>
                  <a:pt x="1858" y="3354"/>
                  <a:pt x="1953" y="3365"/>
                  <a:pt x="2051" y="3365"/>
                </a:cubicBezTo>
                <a:cubicBezTo>
                  <a:pt x="2847" y="3365"/>
                  <a:pt x="3784" y="2633"/>
                  <a:pt x="3371" y="1799"/>
                </a:cubicBezTo>
                <a:cubicBezTo>
                  <a:pt x="3136" y="1327"/>
                  <a:pt x="2725" y="1113"/>
                  <a:pt x="2298" y="1113"/>
                </a:cubicBezTo>
                <a:cubicBezTo>
                  <a:pt x="1892" y="1113"/>
                  <a:pt x="1471" y="1307"/>
                  <a:pt x="1176" y="1657"/>
                </a:cubicBezTo>
                <a:cubicBezTo>
                  <a:pt x="1110" y="1735"/>
                  <a:pt x="1119" y="1840"/>
                  <a:pt x="1207" y="1897"/>
                </a:cubicBezTo>
                <a:cubicBezTo>
                  <a:pt x="1483" y="2076"/>
                  <a:pt x="1702" y="2124"/>
                  <a:pt x="2010" y="2219"/>
                </a:cubicBezTo>
                <a:cubicBezTo>
                  <a:pt x="2023" y="2223"/>
                  <a:pt x="2036" y="2225"/>
                  <a:pt x="2049" y="2225"/>
                </a:cubicBezTo>
                <a:cubicBezTo>
                  <a:pt x="2103" y="2225"/>
                  <a:pt x="2151" y="2194"/>
                  <a:pt x="2182" y="2148"/>
                </a:cubicBezTo>
                <a:cubicBezTo>
                  <a:pt x="2319" y="1948"/>
                  <a:pt x="2405" y="1616"/>
                  <a:pt x="2183" y="1448"/>
                </a:cubicBezTo>
                <a:cubicBezTo>
                  <a:pt x="2166" y="1435"/>
                  <a:pt x="2145" y="1431"/>
                  <a:pt x="2124" y="1429"/>
                </a:cubicBezTo>
                <a:cubicBezTo>
                  <a:pt x="2180" y="1419"/>
                  <a:pt x="2237" y="1414"/>
                  <a:pt x="2294" y="1414"/>
                </a:cubicBezTo>
                <a:cubicBezTo>
                  <a:pt x="2586" y="1414"/>
                  <a:pt x="2869" y="1553"/>
                  <a:pt x="3067" y="1873"/>
                </a:cubicBezTo>
                <a:cubicBezTo>
                  <a:pt x="3249" y="2168"/>
                  <a:pt x="3125" y="2491"/>
                  <a:pt x="2908" y="2722"/>
                </a:cubicBezTo>
                <a:cubicBezTo>
                  <a:pt x="2693" y="2949"/>
                  <a:pt x="2399" y="3050"/>
                  <a:pt x="2102" y="3050"/>
                </a:cubicBezTo>
                <a:cubicBezTo>
                  <a:pt x="1909" y="3050"/>
                  <a:pt x="1715" y="3008"/>
                  <a:pt x="1541" y="2929"/>
                </a:cubicBezTo>
                <a:cubicBezTo>
                  <a:pt x="666" y="2533"/>
                  <a:pt x="533" y="1447"/>
                  <a:pt x="1116" y="764"/>
                </a:cubicBezTo>
                <a:cubicBezTo>
                  <a:pt x="1393" y="440"/>
                  <a:pt x="1758" y="300"/>
                  <a:pt x="2133" y="300"/>
                </a:cubicBezTo>
                <a:cubicBezTo>
                  <a:pt x="2505" y="300"/>
                  <a:pt x="2886" y="439"/>
                  <a:pt x="3197" y="672"/>
                </a:cubicBezTo>
                <a:cubicBezTo>
                  <a:pt x="3225" y="693"/>
                  <a:pt x="3253" y="702"/>
                  <a:pt x="3279" y="702"/>
                </a:cubicBezTo>
                <a:cubicBezTo>
                  <a:pt x="3400" y="702"/>
                  <a:pt x="3480" y="503"/>
                  <a:pt x="3352" y="407"/>
                </a:cubicBezTo>
                <a:cubicBezTo>
                  <a:pt x="2987" y="134"/>
                  <a:pt x="2586" y="1"/>
                  <a:pt x="219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 rot="4499988">
            <a:off x="6722271" y="3924612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" name="Google Shape;227;p9"/>
          <p:cNvGrpSpPr/>
          <p:nvPr/>
        </p:nvGrpSpPr>
        <p:grpSpPr>
          <a:xfrm rot="8413903">
            <a:off x="6513201" y="4175598"/>
            <a:ext cx="263672" cy="263580"/>
            <a:chOff x="4028549" y="3239505"/>
            <a:chExt cx="131381" cy="131321"/>
          </a:xfrm>
        </p:grpSpPr>
        <p:sp>
          <p:nvSpPr>
            <p:cNvPr id="228" name="Google Shape;228;p9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5" name="Google Shape;235;p10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76600" y="4840073"/>
            <a:ext cx="689164" cy="1091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 rot="546069">
            <a:off x="321636" y="4727851"/>
            <a:ext cx="783181" cy="112218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1"/>
          <p:cNvGrpSpPr/>
          <p:nvPr/>
        </p:nvGrpSpPr>
        <p:grpSpPr>
          <a:xfrm rot="855070">
            <a:off x="3365339" y="-426222"/>
            <a:ext cx="1521313" cy="5995952"/>
            <a:chOff x="8430600" y="-22488"/>
            <a:chExt cx="702375" cy="2768271"/>
          </a:xfrm>
        </p:grpSpPr>
        <p:sp>
          <p:nvSpPr>
            <p:cNvPr id="240" name="Google Shape;240;p11"/>
            <p:cNvSpPr/>
            <p:nvPr/>
          </p:nvSpPr>
          <p:spPr>
            <a:xfrm>
              <a:off x="8614569" y="2006973"/>
              <a:ext cx="398990" cy="738810"/>
            </a:xfrm>
            <a:custGeom>
              <a:rect b="b" l="l" r="r" t="t"/>
              <a:pathLst>
                <a:path extrusionOk="0" h="12349" w="6669">
                  <a:moveTo>
                    <a:pt x="6439" y="1"/>
                  </a:moveTo>
                  <a:cubicBezTo>
                    <a:pt x="4707" y="106"/>
                    <a:pt x="1067" y="373"/>
                    <a:pt x="1067" y="373"/>
                  </a:cubicBezTo>
                  <a:cubicBezTo>
                    <a:pt x="1067" y="373"/>
                    <a:pt x="1477" y="7405"/>
                    <a:pt x="1" y="11576"/>
                  </a:cubicBezTo>
                  <a:cubicBezTo>
                    <a:pt x="2161" y="9507"/>
                    <a:pt x="3451" y="8190"/>
                    <a:pt x="3451" y="8190"/>
                  </a:cubicBezTo>
                  <a:lnTo>
                    <a:pt x="4352" y="12348"/>
                  </a:lnTo>
                  <a:cubicBezTo>
                    <a:pt x="4352" y="12348"/>
                    <a:pt x="6668" y="7737"/>
                    <a:pt x="64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8678285" y="2006973"/>
              <a:ext cx="326180" cy="89203"/>
            </a:xfrm>
            <a:custGeom>
              <a:rect b="b" l="l" r="r" t="t"/>
              <a:pathLst>
                <a:path extrusionOk="0" h="1491" w="5452">
                  <a:moveTo>
                    <a:pt x="5374" y="1"/>
                  </a:moveTo>
                  <a:lnTo>
                    <a:pt x="0" y="373"/>
                  </a:lnTo>
                  <a:lnTo>
                    <a:pt x="78" y="1490"/>
                  </a:lnTo>
                  <a:lnTo>
                    <a:pt x="5451" y="1118"/>
                  </a:lnTo>
                  <a:lnTo>
                    <a:pt x="53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8430600" y="-22488"/>
              <a:ext cx="702375" cy="2063690"/>
            </a:xfrm>
            <a:custGeom>
              <a:rect b="b" l="l" r="r" t="t"/>
              <a:pathLst>
                <a:path extrusionOk="0" h="34494" w="11740">
                  <a:moveTo>
                    <a:pt x="1" y="0"/>
                  </a:moveTo>
                  <a:lnTo>
                    <a:pt x="2483" y="34494"/>
                  </a:lnTo>
                  <a:lnTo>
                    <a:pt x="11739" y="33820"/>
                  </a:lnTo>
                  <a:lnTo>
                    <a:pt x="117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8544451" y="-22488"/>
              <a:ext cx="211371" cy="2055314"/>
            </a:xfrm>
            <a:custGeom>
              <a:rect b="b" l="l" r="r" t="t"/>
              <a:pathLst>
                <a:path extrusionOk="0" h="34354" w="3533">
                  <a:moveTo>
                    <a:pt x="1024" y="0"/>
                  </a:moveTo>
                  <a:lnTo>
                    <a:pt x="0" y="6"/>
                  </a:lnTo>
                  <a:lnTo>
                    <a:pt x="2515" y="34353"/>
                  </a:lnTo>
                  <a:lnTo>
                    <a:pt x="3533" y="34279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8728142" y="279872"/>
              <a:ext cx="226447" cy="201320"/>
            </a:xfrm>
            <a:custGeom>
              <a:rect b="b" l="l" r="r" t="t"/>
              <a:pathLst>
                <a:path extrusionOk="0" h="3365" w="3785">
                  <a:moveTo>
                    <a:pt x="2020" y="1454"/>
                  </a:moveTo>
                  <a:cubicBezTo>
                    <a:pt x="2004" y="1463"/>
                    <a:pt x="1988" y="1472"/>
                    <a:pt x="1972" y="1480"/>
                  </a:cubicBezTo>
                  <a:cubicBezTo>
                    <a:pt x="1825" y="1560"/>
                    <a:pt x="1916" y="1765"/>
                    <a:pt x="2052" y="1765"/>
                  </a:cubicBezTo>
                  <a:cubicBezTo>
                    <a:pt x="2073" y="1765"/>
                    <a:pt x="2094" y="1760"/>
                    <a:pt x="2115" y="1750"/>
                  </a:cubicBezTo>
                  <a:lnTo>
                    <a:pt x="2115" y="1750"/>
                  </a:lnTo>
                  <a:cubicBezTo>
                    <a:pt x="2052" y="1784"/>
                    <a:pt x="2005" y="1830"/>
                    <a:pt x="1969" y="1886"/>
                  </a:cubicBezTo>
                  <a:cubicBezTo>
                    <a:pt x="1813" y="1841"/>
                    <a:pt x="1675" y="1800"/>
                    <a:pt x="1534" y="1730"/>
                  </a:cubicBezTo>
                  <a:cubicBezTo>
                    <a:pt x="1680" y="1599"/>
                    <a:pt x="1848" y="1504"/>
                    <a:pt x="2020" y="1454"/>
                  </a:cubicBezTo>
                  <a:close/>
                  <a:moveTo>
                    <a:pt x="2195" y="1"/>
                  </a:moveTo>
                  <a:cubicBezTo>
                    <a:pt x="1630" y="1"/>
                    <a:pt x="1084" y="277"/>
                    <a:pt x="697" y="804"/>
                  </a:cubicBezTo>
                  <a:cubicBezTo>
                    <a:pt x="0" y="1754"/>
                    <a:pt x="725" y="3062"/>
                    <a:pt x="1767" y="3331"/>
                  </a:cubicBezTo>
                  <a:cubicBezTo>
                    <a:pt x="1858" y="3354"/>
                    <a:pt x="1953" y="3365"/>
                    <a:pt x="2051" y="3365"/>
                  </a:cubicBezTo>
                  <a:cubicBezTo>
                    <a:pt x="2847" y="3365"/>
                    <a:pt x="3784" y="2633"/>
                    <a:pt x="3371" y="1799"/>
                  </a:cubicBezTo>
                  <a:cubicBezTo>
                    <a:pt x="3136" y="1327"/>
                    <a:pt x="2725" y="1113"/>
                    <a:pt x="2298" y="1113"/>
                  </a:cubicBezTo>
                  <a:cubicBezTo>
                    <a:pt x="1892" y="1113"/>
                    <a:pt x="1471" y="1307"/>
                    <a:pt x="1176" y="1657"/>
                  </a:cubicBezTo>
                  <a:cubicBezTo>
                    <a:pt x="1110" y="1735"/>
                    <a:pt x="1119" y="1840"/>
                    <a:pt x="1207" y="1897"/>
                  </a:cubicBezTo>
                  <a:cubicBezTo>
                    <a:pt x="1483" y="2076"/>
                    <a:pt x="1702" y="2124"/>
                    <a:pt x="2010" y="2219"/>
                  </a:cubicBezTo>
                  <a:cubicBezTo>
                    <a:pt x="2023" y="2223"/>
                    <a:pt x="2036" y="2225"/>
                    <a:pt x="2049" y="2225"/>
                  </a:cubicBezTo>
                  <a:cubicBezTo>
                    <a:pt x="2103" y="2225"/>
                    <a:pt x="2151" y="2194"/>
                    <a:pt x="2182" y="2148"/>
                  </a:cubicBezTo>
                  <a:cubicBezTo>
                    <a:pt x="2319" y="1948"/>
                    <a:pt x="2405" y="1616"/>
                    <a:pt x="2183" y="1448"/>
                  </a:cubicBezTo>
                  <a:cubicBezTo>
                    <a:pt x="2166" y="1435"/>
                    <a:pt x="2145" y="1431"/>
                    <a:pt x="2124" y="1429"/>
                  </a:cubicBezTo>
                  <a:cubicBezTo>
                    <a:pt x="2180" y="1419"/>
                    <a:pt x="2237" y="1414"/>
                    <a:pt x="2294" y="1414"/>
                  </a:cubicBezTo>
                  <a:cubicBezTo>
                    <a:pt x="2586" y="1414"/>
                    <a:pt x="2869" y="1553"/>
                    <a:pt x="3067" y="1873"/>
                  </a:cubicBezTo>
                  <a:cubicBezTo>
                    <a:pt x="3249" y="2168"/>
                    <a:pt x="3125" y="2491"/>
                    <a:pt x="2908" y="2722"/>
                  </a:cubicBezTo>
                  <a:cubicBezTo>
                    <a:pt x="2693" y="2949"/>
                    <a:pt x="2399" y="3050"/>
                    <a:pt x="2102" y="3050"/>
                  </a:cubicBezTo>
                  <a:cubicBezTo>
                    <a:pt x="1909" y="3050"/>
                    <a:pt x="1715" y="3008"/>
                    <a:pt x="1541" y="2929"/>
                  </a:cubicBezTo>
                  <a:cubicBezTo>
                    <a:pt x="666" y="2533"/>
                    <a:pt x="533" y="1447"/>
                    <a:pt x="1116" y="764"/>
                  </a:cubicBezTo>
                  <a:cubicBezTo>
                    <a:pt x="1393" y="440"/>
                    <a:pt x="1758" y="300"/>
                    <a:pt x="2133" y="300"/>
                  </a:cubicBezTo>
                  <a:cubicBezTo>
                    <a:pt x="2505" y="300"/>
                    <a:pt x="2886" y="439"/>
                    <a:pt x="3197" y="672"/>
                  </a:cubicBezTo>
                  <a:cubicBezTo>
                    <a:pt x="3225" y="693"/>
                    <a:pt x="3253" y="702"/>
                    <a:pt x="3279" y="702"/>
                  </a:cubicBezTo>
                  <a:cubicBezTo>
                    <a:pt x="3400" y="702"/>
                    <a:pt x="3480" y="503"/>
                    <a:pt x="3352" y="407"/>
                  </a:cubicBezTo>
                  <a:cubicBezTo>
                    <a:pt x="2987" y="134"/>
                    <a:pt x="2586" y="1"/>
                    <a:pt x="2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11"/>
          <p:cNvSpPr/>
          <p:nvPr/>
        </p:nvSpPr>
        <p:spPr>
          <a:xfrm rot="5437877">
            <a:off x="4183373" y="1321932"/>
            <a:ext cx="777266" cy="578578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 rot="-5400000">
            <a:off x="7729488" y="3250336"/>
            <a:ext cx="472681" cy="936497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 rot="-5400000">
            <a:off x="3587756" y="-1363883"/>
            <a:ext cx="1979051" cy="7713566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 rot="-5400000">
            <a:off x="945231" y="3250243"/>
            <a:ext cx="472681" cy="936682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 txBox="1"/>
          <p:nvPr>
            <p:ph hasCustomPrompt="1" type="title"/>
          </p:nvPr>
        </p:nvSpPr>
        <p:spPr>
          <a:xfrm>
            <a:off x="713225" y="1699350"/>
            <a:ext cx="7717500" cy="152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11"/>
          <p:cNvSpPr/>
          <p:nvPr/>
        </p:nvSpPr>
        <p:spPr>
          <a:xfrm rot="5437877">
            <a:off x="4371060" y="1289530"/>
            <a:ext cx="533936" cy="394216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6461574" y="578383"/>
            <a:ext cx="895699" cy="1418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1484400" y="576381"/>
            <a:ext cx="1017906" cy="145845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 txBox="1"/>
          <p:nvPr>
            <p:ph idx="1" type="subTitle"/>
          </p:nvPr>
        </p:nvSpPr>
        <p:spPr>
          <a:xfrm>
            <a:off x="720500" y="3083325"/>
            <a:ext cx="7713600" cy="3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/>
          <p:nvPr/>
        </p:nvSpPr>
        <p:spPr>
          <a:xfrm>
            <a:off x="8322216" y="427614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288663" y="4679410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" name="Google Shape;256;p11"/>
          <p:cNvGrpSpPr/>
          <p:nvPr/>
        </p:nvGrpSpPr>
        <p:grpSpPr>
          <a:xfrm>
            <a:off x="523464" y="4505247"/>
            <a:ext cx="189773" cy="174158"/>
            <a:chOff x="6476077" y="96834"/>
            <a:chExt cx="189773" cy="174158"/>
          </a:xfrm>
        </p:grpSpPr>
        <p:sp>
          <p:nvSpPr>
            <p:cNvPr id="257" name="Google Shape;257;p11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AND_BODY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3"/>
          <p:cNvGrpSpPr/>
          <p:nvPr/>
        </p:nvGrpSpPr>
        <p:grpSpPr>
          <a:xfrm>
            <a:off x="-410551" y="-670919"/>
            <a:ext cx="5803249" cy="6485322"/>
            <a:chOff x="-1394220" y="2227279"/>
            <a:chExt cx="3511800" cy="3924552"/>
          </a:xfrm>
        </p:grpSpPr>
        <p:sp>
          <p:nvSpPr>
            <p:cNvPr id="262" name="Google Shape;262;p13"/>
            <p:cNvSpPr/>
            <p:nvPr/>
          </p:nvSpPr>
          <p:spPr>
            <a:xfrm rot="745963">
              <a:off x="-1062614" y="2494162"/>
              <a:ext cx="2848588" cy="3390786"/>
            </a:xfrm>
            <a:custGeom>
              <a:rect b="b" l="l" r="r" t="t"/>
              <a:pathLst>
                <a:path extrusionOk="0" h="56678" w="47615">
                  <a:moveTo>
                    <a:pt x="8330" y="1"/>
                  </a:moveTo>
                  <a:lnTo>
                    <a:pt x="1" y="6525"/>
                  </a:lnTo>
                  <a:lnTo>
                    <a:pt x="39284" y="56678"/>
                  </a:lnTo>
                  <a:lnTo>
                    <a:pt x="47615" y="50152"/>
                  </a:lnTo>
                  <a:lnTo>
                    <a:pt x="83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" name="Google Shape;263;p13"/>
            <p:cNvGrpSpPr/>
            <p:nvPr/>
          </p:nvGrpSpPr>
          <p:grpSpPr>
            <a:xfrm rot="746023">
              <a:off x="-1036647" y="2808935"/>
              <a:ext cx="2365525" cy="2955151"/>
              <a:chOff x="-38220" y="2183673"/>
              <a:chExt cx="2365636" cy="2955289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-38220" y="2183673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7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3"/>
              <p:cNvSpPr/>
              <p:nvPr/>
            </p:nvSpPr>
            <p:spPr>
              <a:xfrm>
                <a:off x="21967" y="2210116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5"/>
                    </a:lnTo>
                    <a:lnTo>
                      <a:pt x="326" y="2891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83828" y="2339463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144015" y="2365727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205757" y="2495133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0"/>
                    </a:moveTo>
                    <a:lnTo>
                      <a:pt x="1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265943" y="252157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0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327745" y="2650984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387931" y="2677367"/>
                <a:ext cx="208559" cy="172901"/>
              </a:xfrm>
              <a:custGeom>
                <a:rect b="b" l="l" r="r" t="t"/>
                <a:pathLst>
                  <a:path extrusionOk="0" h="2890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455476" y="2814073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515663" y="2840337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5"/>
                    </a:lnTo>
                    <a:lnTo>
                      <a:pt x="327" y="2892"/>
                    </a:lnTo>
                    <a:lnTo>
                      <a:pt x="3486" y="419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577524" y="296968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09" y="418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637711" y="299612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699512" y="3125354"/>
                <a:ext cx="144244" cy="122527"/>
              </a:xfrm>
              <a:custGeom>
                <a:rect b="b" l="l" r="r" t="t"/>
                <a:pathLst>
                  <a:path extrusionOk="0" h="2048" w="2411">
                    <a:moveTo>
                      <a:pt x="2083" y="0"/>
                    </a:moveTo>
                    <a:lnTo>
                      <a:pt x="1" y="1631"/>
                    </a:lnTo>
                    <a:lnTo>
                      <a:pt x="328" y="2047"/>
                    </a:lnTo>
                    <a:lnTo>
                      <a:pt x="2410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759639" y="3151798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1"/>
                    </a:moveTo>
                    <a:lnTo>
                      <a:pt x="1" y="2476"/>
                    </a:lnTo>
                    <a:lnTo>
                      <a:pt x="328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821500" y="3281204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881687" y="3307468"/>
                <a:ext cx="208618" cy="173081"/>
              </a:xfrm>
              <a:custGeom>
                <a:rect b="b" l="l" r="r" t="t"/>
                <a:pathLst>
                  <a:path extrusionOk="0" h="2893" w="3487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949890" y="3445191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5" y="0"/>
                    </a:moveTo>
                    <a:lnTo>
                      <a:pt x="1" y="1631"/>
                    </a:lnTo>
                    <a:lnTo>
                      <a:pt x="328" y="2049"/>
                    </a:lnTo>
                    <a:lnTo>
                      <a:pt x="2410" y="416"/>
                    </a:lnTo>
                    <a:lnTo>
                      <a:pt x="208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1010136" y="347157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0"/>
                    </a:moveTo>
                    <a:lnTo>
                      <a:pt x="0" y="2475"/>
                    </a:lnTo>
                    <a:lnTo>
                      <a:pt x="327" y="2891"/>
                    </a:lnTo>
                    <a:lnTo>
                      <a:pt x="3486" y="418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1071938" y="3600921"/>
                <a:ext cx="144244" cy="122646"/>
              </a:xfrm>
              <a:custGeom>
                <a:rect b="b" l="l" r="r" t="t"/>
                <a:pathLst>
                  <a:path extrusionOk="0" h="2050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1132124" y="362730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1" y="2476"/>
                    </a:lnTo>
                    <a:lnTo>
                      <a:pt x="327" y="2892"/>
                    </a:lnTo>
                    <a:lnTo>
                      <a:pt x="3485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1193926" y="3756711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1254112" y="3783095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0"/>
                    </a:moveTo>
                    <a:lnTo>
                      <a:pt x="0" y="2474"/>
                    </a:lnTo>
                    <a:lnTo>
                      <a:pt x="328" y="2891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1315974" y="391238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1376160" y="3938646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1443705" y="4075471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2" y="1"/>
                    </a:moveTo>
                    <a:lnTo>
                      <a:pt x="0" y="1632"/>
                    </a:lnTo>
                    <a:lnTo>
                      <a:pt x="326" y="2048"/>
                    </a:lnTo>
                    <a:lnTo>
                      <a:pt x="2408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1503892" y="4101676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1565634" y="423114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1"/>
                    </a:moveTo>
                    <a:lnTo>
                      <a:pt x="1" y="1633"/>
                    </a:lnTo>
                    <a:lnTo>
                      <a:pt x="328" y="2049"/>
                    </a:lnTo>
                    <a:lnTo>
                      <a:pt x="2410" y="418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1625820" y="4257645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1" y="2474"/>
                    </a:lnTo>
                    <a:lnTo>
                      <a:pt x="326" y="2890"/>
                    </a:lnTo>
                    <a:lnTo>
                      <a:pt x="3485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1687682" y="4386932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1" y="1631"/>
                    </a:lnTo>
                    <a:lnTo>
                      <a:pt x="326" y="2048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1747868" y="441319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1809670" y="454266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1869856" y="456904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0" y="2476"/>
                    </a:lnTo>
                    <a:lnTo>
                      <a:pt x="326" y="2892"/>
                    </a:lnTo>
                    <a:lnTo>
                      <a:pt x="3484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1936743" y="4704974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8" y="2048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3"/>
              <p:cNvSpPr/>
              <p:nvPr/>
            </p:nvSpPr>
            <p:spPr>
              <a:xfrm>
                <a:off x="1996870" y="4731298"/>
                <a:ext cx="208559" cy="172961"/>
              </a:xfrm>
              <a:custGeom>
                <a:rect b="b" l="l" r="r" t="t"/>
                <a:pathLst>
                  <a:path extrusionOk="0" h="2891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7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3"/>
              <p:cNvSpPr/>
              <p:nvPr/>
            </p:nvSpPr>
            <p:spPr>
              <a:xfrm>
                <a:off x="2058731" y="4860585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3"/>
              <p:cNvSpPr/>
              <p:nvPr/>
            </p:nvSpPr>
            <p:spPr>
              <a:xfrm>
                <a:off x="2118918" y="4887088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3"/>
              <p:cNvSpPr/>
              <p:nvPr/>
            </p:nvSpPr>
            <p:spPr>
              <a:xfrm>
                <a:off x="2180779" y="5016375"/>
                <a:ext cx="144065" cy="122587"/>
              </a:xfrm>
              <a:custGeom>
                <a:rect b="b" l="l" r="r" t="t"/>
                <a:pathLst>
                  <a:path extrusionOk="0" h="2049" w="2408">
                    <a:moveTo>
                      <a:pt x="2082" y="0"/>
                    </a:moveTo>
                    <a:lnTo>
                      <a:pt x="0" y="1631"/>
                    </a:lnTo>
                    <a:lnTo>
                      <a:pt x="326" y="2049"/>
                    </a:lnTo>
                    <a:lnTo>
                      <a:pt x="2408" y="416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1" name="Google Shape;301;p13"/>
            <p:cNvSpPr/>
            <p:nvPr/>
          </p:nvSpPr>
          <p:spPr>
            <a:xfrm rot="745963">
              <a:off x="-551427" y="2603875"/>
              <a:ext cx="2308604" cy="2940600"/>
            </a:xfrm>
            <a:custGeom>
              <a:rect b="b" l="l" r="r" t="t"/>
              <a:pathLst>
                <a:path extrusionOk="0" h="49153" w="38589">
                  <a:moveTo>
                    <a:pt x="209" y="0"/>
                  </a:moveTo>
                  <a:lnTo>
                    <a:pt x="0" y="164"/>
                  </a:lnTo>
                  <a:lnTo>
                    <a:pt x="38379" y="49153"/>
                  </a:lnTo>
                  <a:lnTo>
                    <a:pt x="38588" y="48991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13"/>
          <p:cNvSpPr/>
          <p:nvPr/>
        </p:nvSpPr>
        <p:spPr>
          <a:xfrm rot="5284583">
            <a:off x="4157093" y="663080"/>
            <a:ext cx="844505" cy="628625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1664998" y="1000921"/>
            <a:ext cx="5653815" cy="3240583"/>
          </a:xfrm>
          <a:custGeom>
            <a:rect b="b" l="l" r="r" t="t"/>
            <a:pathLst>
              <a:path extrusionOk="0" h="17906" w="31240">
                <a:moveTo>
                  <a:pt x="1" y="1"/>
                </a:moveTo>
                <a:lnTo>
                  <a:pt x="1" y="17906"/>
                </a:lnTo>
                <a:lnTo>
                  <a:pt x="31239" y="17906"/>
                </a:lnTo>
                <a:lnTo>
                  <a:pt x="3123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1745098" y="951446"/>
            <a:ext cx="5653815" cy="3240583"/>
          </a:xfrm>
          <a:custGeom>
            <a:rect b="b" l="l" r="r" t="t"/>
            <a:pathLst>
              <a:path extrusionOk="0" h="17906" w="31240">
                <a:moveTo>
                  <a:pt x="1" y="1"/>
                </a:moveTo>
                <a:lnTo>
                  <a:pt x="1" y="17906"/>
                </a:lnTo>
                <a:lnTo>
                  <a:pt x="31239" y="17906"/>
                </a:lnTo>
                <a:lnTo>
                  <a:pt x="3123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2176375" y="1782867"/>
            <a:ext cx="4805924" cy="2098796"/>
          </a:xfrm>
          <a:custGeom>
            <a:rect b="b" l="l" r="r" t="t"/>
            <a:pathLst>
              <a:path extrusionOk="0" h="11597" w="26555">
                <a:moveTo>
                  <a:pt x="1" y="1"/>
                </a:moveTo>
                <a:lnTo>
                  <a:pt x="1" y="11596"/>
                </a:lnTo>
                <a:lnTo>
                  <a:pt x="26555" y="11596"/>
                </a:lnTo>
                <a:lnTo>
                  <a:pt x="2655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 txBox="1"/>
          <p:nvPr>
            <p:ph idx="1" type="subTitle"/>
          </p:nvPr>
        </p:nvSpPr>
        <p:spPr>
          <a:xfrm>
            <a:off x="2408700" y="2039013"/>
            <a:ext cx="43266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7" name="Google Shape;307;p13"/>
          <p:cNvSpPr/>
          <p:nvPr/>
        </p:nvSpPr>
        <p:spPr>
          <a:xfrm rot="5284583">
            <a:off x="4354910" y="624805"/>
            <a:ext cx="580125" cy="428316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6938491" y="1189701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" name="Google Shape;309;p13"/>
          <p:cNvGrpSpPr/>
          <p:nvPr/>
        </p:nvGrpSpPr>
        <p:grpSpPr>
          <a:xfrm rot="-5863194">
            <a:off x="1913300" y="1169764"/>
            <a:ext cx="263681" cy="263584"/>
            <a:chOff x="4028549" y="3239505"/>
            <a:chExt cx="131381" cy="131321"/>
          </a:xfrm>
        </p:grpSpPr>
        <p:sp>
          <p:nvSpPr>
            <p:cNvPr id="310" name="Google Shape;310;p13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p13"/>
          <p:cNvSpPr txBox="1"/>
          <p:nvPr>
            <p:ph type="title"/>
          </p:nvPr>
        </p:nvSpPr>
        <p:spPr>
          <a:xfrm>
            <a:off x="2408550" y="3166850"/>
            <a:ext cx="4326600" cy="4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3" name="Google Shape;313;p13"/>
          <p:cNvSpPr/>
          <p:nvPr/>
        </p:nvSpPr>
        <p:spPr>
          <a:xfrm>
            <a:off x="8097162" y="729918"/>
            <a:ext cx="667256" cy="95604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" name="Google Shape;314;p13"/>
          <p:cNvGrpSpPr/>
          <p:nvPr/>
        </p:nvGrpSpPr>
        <p:grpSpPr>
          <a:xfrm>
            <a:off x="8321749" y="4485187"/>
            <a:ext cx="218071" cy="228481"/>
            <a:chOff x="4930687" y="3942774"/>
            <a:chExt cx="218071" cy="228481"/>
          </a:xfrm>
        </p:grpSpPr>
        <p:sp>
          <p:nvSpPr>
            <p:cNvPr id="315" name="Google Shape;315;p13"/>
            <p:cNvSpPr/>
            <p:nvPr/>
          </p:nvSpPr>
          <p:spPr>
            <a:xfrm>
              <a:off x="5054410" y="3942774"/>
              <a:ext cx="18307" cy="63597"/>
            </a:xfrm>
            <a:custGeom>
              <a:rect b="b" l="l" r="r" t="t"/>
              <a:pathLst>
                <a:path extrusionOk="0" h="1063" w="306">
                  <a:moveTo>
                    <a:pt x="153" y="0"/>
                  </a:moveTo>
                  <a:cubicBezTo>
                    <a:pt x="77" y="0"/>
                    <a:pt x="1" y="49"/>
                    <a:pt x="1" y="148"/>
                  </a:cubicBezTo>
                  <a:lnTo>
                    <a:pt x="1" y="915"/>
                  </a:lnTo>
                  <a:cubicBezTo>
                    <a:pt x="1" y="1013"/>
                    <a:pt x="77" y="1062"/>
                    <a:pt x="153" y="1062"/>
                  </a:cubicBezTo>
                  <a:cubicBezTo>
                    <a:pt x="230" y="1062"/>
                    <a:pt x="306" y="1013"/>
                    <a:pt x="306" y="915"/>
                  </a:cubicBezTo>
                  <a:lnTo>
                    <a:pt x="306" y="148"/>
                  </a:lnTo>
                  <a:cubicBezTo>
                    <a:pt x="306" y="49"/>
                    <a:pt x="230" y="0"/>
                    <a:pt x="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4990095" y="3970295"/>
              <a:ext cx="40503" cy="54742"/>
            </a:xfrm>
            <a:custGeom>
              <a:rect b="b" l="l" r="r" t="t"/>
              <a:pathLst>
                <a:path extrusionOk="0" h="915" w="677">
                  <a:moveTo>
                    <a:pt x="152" y="0"/>
                  </a:moveTo>
                  <a:cubicBezTo>
                    <a:pt x="75" y="0"/>
                    <a:pt x="0" y="49"/>
                    <a:pt x="4" y="148"/>
                  </a:cubicBezTo>
                  <a:cubicBezTo>
                    <a:pt x="11" y="408"/>
                    <a:pt x="178" y="685"/>
                    <a:pt x="354" y="868"/>
                  </a:cubicBezTo>
                  <a:cubicBezTo>
                    <a:pt x="386" y="901"/>
                    <a:pt x="422" y="915"/>
                    <a:pt x="457" y="915"/>
                  </a:cubicBezTo>
                  <a:cubicBezTo>
                    <a:pt x="572" y="915"/>
                    <a:pt x="676" y="761"/>
                    <a:pt x="570" y="652"/>
                  </a:cubicBezTo>
                  <a:cubicBezTo>
                    <a:pt x="451" y="528"/>
                    <a:pt x="315" y="309"/>
                    <a:pt x="309" y="148"/>
                  </a:cubicBezTo>
                  <a:cubicBezTo>
                    <a:pt x="306" y="49"/>
                    <a:pt x="228" y="0"/>
                    <a:pt x="1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4930687" y="4043464"/>
              <a:ext cx="80647" cy="27341"/>
            </a:xfrm>
            <a:custGeom>
              <a:rect b="b" l="l" r="r" t="t"/>
              <a:pathLst>
                <a:path extrusionOk="0" h="457" w="1348">
                  <a:moveTo>
                    <a:pt x="238" y="1"/>
                  </a:moveTo>
                  <a:cubicBezTo>
                    <a:pt x="95" y="1"/>
                    <a:pt x="0" y="208"/>
                    <a:pt x="153" y="283"/>
                  </a:cubicBezTo>
                  <a:cubicBezTo>
                    <a:pt x="461" y="430"/>
                    <a:pt x="811" y="457"/>
                    <a:pt x="1149" y="457"/>
                  </a:cubicBezTo>
                  <a:cubicBezTo>
                    <a:pt x="1346" y="457"/>
                    <a:pt x="1347" y="150"/>
                    <a:pt x="1149" y="150"/>
                  </a:cubicBezTo>
                  <a:cubicBezTo>
                    <a:pt x="870" y="150"/>
                    <a:pt x="565" y="141"/>
                    <a:pt x="308" y="17"/>
                  </a:cubicBezTo>
                  <a:cubicBezTo>
                    <a:pt x="284" y="6"/>
                    <a:pt x="260" y="1"/>
                    <a:pt x="2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4962575" y="4098206"/>
              <a:ext cx="48759" cy="36435"/>
            </a:xfrm>
            <a:custGeom>
              <a:rect b="b" l="l" r="r" t="t"/>
              <a:pathLst>
                <a:path extrusionOk="0" h="609" w="815">
                  <a:moveTo>
                    <a:pt x="619" y="0"/>
                  </a:moveTo>
                  <a:cubicBezTo>
                    <a:pt x="618" y="0"/>
                    <a:pt x="617" y="0"/>
                    <a:pt x="616" y="0"/>
                  </a:cubicBezTo>
                  <a:cubicBezTo>
                    <a:pt x="337" y="6"/>
                    <a:pt x="16" y="139"/>
                    <a:pt x="4" y="460"/>
                  </a:cubicBezTo>
                  <a:cubicBezTo>
                    <a:pt x="0" y="559"/>
                    <a:pt x="75" y="608"/>
                    <a:pt x="152" y="608"/>
                  </a:cubicBezTo>
                  <a:cubicBezTo>
                    <a:pt x="228" y="608"/>
                    <a:pt x="307" y="559"/>
                    <a:pt x="311" y="460"/>
                  </a:cubicBezTo>
                  <a:cubicBezTo>
                    <a:pt x="311" y="434"/>
                    <a:pt x="322" y="402"/>
                    <a:pt x="366" y="370"/>
                  </a:cubicBezTo>
                  <a:cubicBezTo>
                    <a:pt x="436" y="317"/>
                    <a:pt x="531" y="308"/>
                    <a:pt x="616" y="307"/>
                  </a:cubicBezTo>
                  <a:cubicBezTo>
                    <a:pt x="812" y="304"/>
                    <a:pt x="814" y="0"/>
                    <a:pt x="6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5023300" y="4116453"/>
              <a:ext cx="31170" cy="54802"/>
            </a:xfrm>
            <a:custGeom>
              <a:rect b="b" l="l" r="r" t="t"/>
              <a:pathLst>
                <a:path extrusionOk="0" h="916" w="521">
                  <a:moveTo>
                    <a:pt x="220" y="0"/>
                  </a:moveTo>
                  <a:cubicBezTo>
                    <a:pt x="104" y="0"/>
                    <a:pt x="0" y="154"/>
                    <a:pt x="106" y="263"/>
                  </a:cubicBezTo>
                  <a:cubicBezTo>
                    <a:pt x="235" y="396"/>
                    <a:pt x="214" y="590"/>
                    <a:pt x="214" y="767"/>
                  </a:cubicBezTo>
                  <a:cubicBezTo>
                    <a:pt x="214" y="866"/>
                    <a:pt x="291" y="915"/>
                    <a:pt x="368" y="915"/>
                  </a:cubicBezTo>
                  <a:cubicBezTo>
                    <a:pt x="444" y="915"/>
                    <a:pt x="521" y="866"/>
                    <a:pt x="521" y="767"/>
                  </a:cubicBezTo>
                  <a:cubicBezTo>
                    <a:pt x="521" y="503"/>
                    <a:pt x="516" y="249"/>
                    <a:pt x="322" y="47"/>
                  </a:cubicBezTo>
                  <a:cubicBezTo>
                    <a:pt x="290" y="14"/>
                    <a:pt x="255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5072657" y="4098206"/>
              <a:ext cx="36973" cy="36734"/>
            </a:xfrm>
            <a:custGeom>
              <a:rect b="b" l="l" r="r" t="t"/>
              <a:pathLst>
                <a:path extrusionOk="0" h="614" w="618">
                  <a:moveTo>
                    <a:pt x="150" y="0"/>
                  </a:moveTo>
                  <a:cubicBezTo>
                    <a:pt x="70" y="0"/>
                    <a:pt x="1" y="75"/>
                    <a:pt x="1" y="154"/>
                  </a:cubicBezTo>
                  <a:cubicBezTo>
                    <a:pt x="1" y="240"/>
                    <a:pt x="71" y="304"/>
                    <a:pt x="154" y="307"/>
                  </a:cubicBezTo>
                  <a:cubicBezTo>
                    <a:pt x="223" y="310"/>
                    <a:pt x="305" y="393"/>
                    <a:pt x="308" y="460"/>
                  </a:cubicBezTo>
                  <a:cubicBezTo>
                    <a:pt x="310" y="543"/>
                    <a:pt x="376" y="614"/>
                    <a:pt x="461" y="614"/>
                  </a:cubicBezTo>
                  <a:cubicBezTo>
                    <a:pt x="541" y="614"/>
                    <a:pt x="617" y="543"/>
                    <a:pt x="614" y="460"/>
                  </a:cubicBezTo>
                  <a:cubicBezTo>
                    <a:pt x="605" y="215"/>
                    <a:pt x="400" y="9"/>
                    <a:pt x="154" y="0"/>
                  </a:cubicBezTo>
                  <a:cubicBezTo>
                    <a:pt x="153" y="0"/>
                    <a:pt x="151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5088392" y="4043224"/>
              <a:ext cx="60366" cy="18427"/>
            </a:xfrm>
            <a:custGeom>
              <a:rect b="b" l="l" r="r" t="t"/>
              <a:pathLst>
                <a:path extrusionOk="0" h="308" w="1009">
                  <a:moveTo>
                    <a:pt x="198" y="1"/>
                  </a:moveTo>
                  <a:cubicBezTo>
                    <a:pt x="1" y="1"/>
                    <a:pt x="1" y="307"/>
                    <a:pt x="198" y="307"/>
                  </a:cubicBezTo>
                  <a:lnTo>
                    <a:pt x="810" y="307"/>
                  </a:lnTo>
                  <a:cubicBezTo>
                    <a:pt x="1007" y="307"/>
                    <a:pt x="1008" y="1"/>
                    <a:pt x="8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5090725" y="3970295"/>
              <a:ext cx="28179" cy="45170"/>
            </a:xfrm>
            <a:custGeom>
              <a:rect b="b" l="l" r="r" t="t"/>
              <a:pathLst>
                <a:path extrusionOk="0" h="755" w="471">
                  <a:moveTo>
                    <a:pt x="320" y="0"/>
                  </a:moveTo>
                  <a:cubicBezTo>
                    <a:pt x="243" y="0"/>
                    <a:pt x="164" y="49"/>
                    <a:pt x="159" y="148"/>
                  </a:cubicBezTo>
                  <a:cubicBezTo>
                    <a:pt x="154" y="220"/>
                    <a:pt x="108" y="288"/>
                    <a:pt x="79" y="351"/>
                  </a:cubicBezTo>
                  <a:cubicBezTo>
                    <a:pt x="39" y="434"/>
                    <a:pt x="11" y="514"/>
                    <a:pt x="6" y="608"/>
                  </a:cubicBezTo>
                  <a:cubicBezTo>
                    <a:pt x="0" y="706"/>
                    <a:pt x="75" y="755"/>
                    <a:pt x="151" y="755"/>
                  </a:cubicBezTo>
                  <a:cubicBezTo>
                    <a:pt x="228" y="755"/>
                    <a:pt x="307" y="706"/>
                    <a:pt x="312" y="608"/>
                  </a:cubicBezTo>
                  <a:cubicBezTo>
                    <a:pt x="317" y="535"/>
                    <a:pt x="363" y="468"/>
                    <a:pt x="393" y="404"/>
                  </a:cubicBezTo>
                  <a:cubicBezTo>
                    <a:pt x="432" y="320"/>
                    <a:pt x="460" y="240"/>
                    <a:pt x="466" y="148"/>
                  </a:cubicBezTo>
                  <a:cubicBezTo>
                    <a:pt x="471" y="49"/>
                    <a:pt x="397" y="0"/>
                    <a:pt x="3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3" name="Google Shape;323;p13"/>
          <p:cNvSpPr/>
          <p:nvPr/>
        </p:nvSpPr>
        <p:spPr>
          <a:xfrm>
            <a:off x="6045280" y="4485168"/>
            <a:ext cx="1898626" cy="659179"/>
          </a:xfrm>
          <a:custGeom>
            <a:rect b="b" l="l" r="r" t="t"/>
            <a:pathLst>
              <a:path extrusionOk="0" h="11018" w="31735">
                <a:moveTo>
                  <a:pt x="26485" y="1"/>
                </a:moveTo>
                <a:lnTo>
                  <a:pt x="1" y="11018"/>
                </a:lnTo>
                <a:lnTo>
                  <a:pt x="31734" y="11018"/>
                </a:lnTo>
                <a:lnTo>
                  <a:pt x="2648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2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9" name="Google Shape;329;p14"/>
          <p:cNvSpPr txBox="1"/>
          <p:nvPr>
            <p:ph idx="1" type="subTitle"/>
          </p:nvPr>
        </p:nvSpPr>
        <p:spPr>
          <a:xfrm>
            <a:off x="1313963" y="3024075"/>
            <a:ext cx="2692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14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 txBox="1"/>
          <p:nvPr>
            <p:ph idx="2" type="subTitle"/>
          </p:nvPr>
        </p:nvSpPr>
        <p:spPr>
          <a:xfrm>
            <a:off x="5137713" y="3024075"/>
            <a:ext cx="2692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14"/>
          <p:cNvSpPr txBox="1"/>
          <p:nvPr>
            <p:ph idx="3" type="subTitle"/>
          </p:nvPr>
        </p:nvSpPr>
        <p:spPr>
          <a:xfrm>
            <a:off x="1314063" y="2765875"/>
            <a:ext cx="26922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33" name="Google Shape;333;p14"/>
          <p:cNvSpPr txBox="1"/>
          <p:nvPr>
            <p:ph idx="4" type="subTitle"/>
          </p:nvPr>
        </p:nvSpPr>
        <p:spPr>
          <a:xfrm>
            <a:off x="5137813" y="2765875"/>
            <a:ext cx="26922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34" name="Google Shape;334;p14"/>
          <p:cNvSpPr/>
          <p:nvPr/>
        </p:nvSpPr>
        <p:spPr>
          <a:xfrm>
            <a:off x="4571988" y="4786285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5" name="Google Shape;335;p14"/>
          <p:cNvGrpSpPr/>
          <p:nvPr/>
        </p:nvGrpSpPr>
        <p:grpSpPr>
          <a:xfrm>
            <a:off x="4382239" y="4698659"/>
            <a:ext cx="189773" cy="174158"/>
            <a:chOff x="6476077" y="96834"/>
            <a:chExt cx="189773" cy="174158"/>
          </a:xfrm>
        </p:grpSpPr>
        <p:sp>
          <p:nvSpPr>
            <p:cNvPr id="336" name="Google Shape;336;p14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APTION_ONLY_2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3" name="Google Shape;343;p15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176600" y="4840073"/>
            <a:ext cx="689164" cy="1091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 rot="546069">
            <a:off x="321636" y="4727851"/>
            <a:ext cx="783181" cy="112218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 txBox="1"/>
          <p:nvPr>
            <p:ph idx="1" type="subTitle"/>
          </p:nvPr>
        </p:nvSpPr>
        <p:spPr>
          <a:xfrm>
            <a:off x="3117400" y="1633325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15"/>
          <p:cNvSpPr txBox="1"/>
          <p:nvPr>
            <p:ph idx="2" type="subTitle"/>
          </p:nvPr>
        </p:nvSpPr>
        <p:spPr>
          <a:xfrm>
            <a:off x="3117471" y="1375125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48" name="Google Shape;348;p15"/>
          <p:cNvSpPr txBox="1"/>
          <p:nvPr>
            <p:ph idx="3" type="subTitle"/>
          </p:nvPr>
        </p:nvSpPr>
        <p:spPr>
          <a:xfrm>
            <a:off x="3790875" y="3974625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15"/>
          <p:cNvSpPr txBox="1"/>
          <p:nvPr>
            <p:ph idx="4" type="subTitle"/>
          </p:nvPr>
        </p:nvSpPr>
        <p:spPr>
          <a:xfrm>
            <a:off x="3790946" y="3716425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BODY_2_2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16"/>
          <p:cNvSpPr txBox="1"/>
          <p:nvPr>
            <p:ph idx="1" type="subTitle"/>
          </p:nvPr>
        </p:nvSpPr>
        <p:spPr>
          <a:xfrm>
            <a:off x="713213" y="3125800"/>
            <a:ext cx="22356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16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 txBox="1"/>
          <p:nvPr>
            <p:ph idx="2" type="subTitle"/>
          </p:nvPr>
        </p:nvSpPr>
        <p:spPr>
          <a:xfrm>
            <a:off x="713296" y="2867600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58" name="Google Shape;358;p16"/>
          <p:cNvSpPr txBox="1"/>
          <p:nvPr>
            <p:ph idx="3" type="subTitle"/>
          </p:nvPr>
        </p:nvSpPr>
        <p:spPr>
          <a:xfrm>
            <a:off x="3454125" y="3125800"/>
            <a:ext cx="22356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16"/>
          <p:cNvSpPr txBox="1"/>
          <p:nvPr>
            <p:ph idx="4" type="subTitle"/>
          </p:nvPr>
        </p:nvSpPr>
        <p:spPr>
          <a:xfrm>
            <a:off x="3454208" y="2867600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60" name="Google Shape;360;p16"/>
          <p:cNvSpPr txBox="1"/>
          <p:nvPr>
            <p:ph idx="5" type="subTitle"/>
          </p:nvPr>
        </p:nvSpPr>
        <p:spPr>
          <a:xfrm>
            <a:off x="6195050" y="3125800"/>
            <a:ext cx="22356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6" type="subTitle"/>
          </p:nvPr>
        </p:nvSpPr>
        <p:spPr>
          <a:xfrm>
            <a:off x="6195133" y="2867600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62" name="Google Shape;362;p16"/>
          <p:cNvSpPr/>
          <p:nvPr/>
        </p:nvSpPr>
        <p:spPr>
          <a:xfrm>
            <a:off x="4105950" y="4840073"/>
            <a:ext cx="689164" cy="1091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 rot="546069">
            <a:off x="4250986" y="4727851"/>
            <a:ext cx="783181" cy="112218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AND_BODY_2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"/>
          <p:cNvSpPr/>
          <p:nvPr/>
        </p:nvSpPr>
        <p:spPr>
          <a:xfrm rot="-570506">
            <a:off x="4720413" y="1625632"/>
            <a:ext cx="1046685" cy="1172449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4720425" y="3186300"/>
            <a:ext cx="1046653" cy="117241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 rot="-570506">
            <a:off x="713225" y="3217232"/>
            <a:ext cx="1046685" cy="1172449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713225" y="1628625"/>
            <a:ext cx="1046653" cy="117241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3" name="Google Shape;373;p17"/>
          <p:cNvSpPr txBox="1"/>
          <p:nvPr>
            <p:ph idx="1" type="subTitle"/>
          </p:nvPr>
        </p:nvSpPr>
        <p:spPr>
          <a:xfrm>
            <a:off x="1949500" y="2049225"/>
            <a:ext cx="24738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17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 txBox="1"/>
          <p:nvPr>
            <p:ph idx="2" type="subTitle"/>
          </p:nvPr>
        </p:nvSpPr>
        <p:spPr>
          <a:xfrm>
            <a:off x="1949592" y="1791025"/>
            <a:ext cx="24738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376" name="Google Shape;376;p17"/>
          <p:cNvGrpSpPr/>
          <p:nvPr/>
        </p:nvGrpSpPr>
        <p:grpSpPr>
          <a:xfrm>
            <a:off x="4280963" y="4723225"/>
            <a:ext cx="218131" cy="228540"/>
            <a:chOff x="1567788" y="4831150"/>
            <a:chExt cx="218131" cy="228540"/>
          </a:xfrm>
        </p:grpSpPr>
        <p:sp>
          <p:nvSpPr>
            <p:cNvPr id="377" name="Google Shape;377;p17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17"/>
          <p:cNvGrpSpPr/>
          <p:nvPr/>
        </p:nvGrpSpPr>
        <p:grpSpPr>
          <a:xfrm>
            <a:off x="4572000" y="4705711"/>
            <a:ext cx="263669" cy="263588"/>
            <a:chOff x="4028549" y="3239505"/>
            <a:chExt cx="131381" cy="131321"/>
          </a:xfrm>
        </p:grpSpPr>
        <p:sp>
          <p:nvSpPr>
            <p:cNvPr id="386" name="Google Shape;386;p17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17"/>
          <p:cNvSpPr txBox="1"/>
          <p:nvPr>
            <p:ph hasCustomPrompt="1" idx="3" type="title"/>
          </p:nvPr>
        </p:nvSpPr>
        <p:spPr>
          <a:xfrm>
            <a:off x="713225" y="1888175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9" name="Google Shape;389;p17"/>
          <p:cNvSpPr txBox="1"/>
          <p:nvPr>
            <p:ph idx="4" type="subTitle"/>
          </p:nvPr>
        </p:nvSpPr>
        <p:spPr>
          <a:xfrm>
            <a:off x="1949500" y="3606900"/>
            <a:ext cx="24738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17"/>
          <p:cNvSpPr txBox="1"/>
          <p:nvPr>
            <p:ph idx="5" type="subTitle"/>
          </p:nvPr>
        </p:nvSpPr>
        <p:spPr>
          <a:xfrm>
            <a:off x="1949592" y="3348700"/>
            <a:ext cx="24738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91" name="Google Shape;391;p17"/>
          <p:cNvSpPr txBox="1"/>
          <p:nvPr>
            <p:ph hasCustomPrompt="1" idx="6" type="title"/>
          </p:nvPr>
        </p:nvSpPr>
        <p:spPr>
          <a:xfrm>
            <a:off x="713225" y="3445850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2" name="Google Shape;392;p17"/>
          <p:cNvSpPr txBox="1"/>
          <p:nvPr>
            <p:ph idx="7" type="subTitle"/>
          </p:nvPr>
        </p:nvSpPr>
        <p:spPr>
          <a:xfrm>
            <a:off x="5956675" y="2049225"/>
            <a:ext cx="24738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8" type="subTitle"/>
          </p:nvPr>
        </p:nvSpPr>
        <p:spPr>
          <a:xfrm>
            <a:off x="5956767" y="1791025"/>
            <a:ext cx="24738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94" name="Google Shape;394;p17"/>
          <p:cNvSpPr txBox="1"/>
          <p:nvPr>
            <p:ph hasCustomPrompt="1" idx="9" type="title"/>
          </p:nvPr>
        </p:nvSpPr>
        <p:spPr>
          <a:xfrm>
            <a:off x="4720400" y="1888175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5" name="Google Shape;395;p17"/>
          <p:cNvSpPr txBox="1"/>
          <p:nvPr>
            <p:ph idx="13" type="subTitle"/>
          </p:nvPr>
        </p:nvSpPr>
        <p:spPr>
          <a:xfrm>
            <a:off x="5956675" y="3606900"/>
            <a:ext cx="24738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14" type="subTitle"/>
          </p:nvPr>
        </p:nvSpPr>
        <p:spPr>
          <a:xfrm>
            <a:off x="5956767" y="3348700"/>
            <a:ext cx="24738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97" name="Google Shape;397;p17"/>
          <p:cNvSpPr txBox="1"/>
          <p:nvPr>
            <p:ph hasCustomPrompt="1" idx="15" type="title"/>
          </p:nvPr>
        </p:nvSpPr>
        <p:spPr>
          <a:xfrm>
            <a:off x="4720400" y="3445850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98" name="Google Shape;398;p17"/>
          <p:cNvGrpSpPr/>
          <p:nvPr/>
        </p:nvGrpSpPr>
        <p:grpSpPr>
          <a:xfrm>
            <a:off x="863166" y="4278030"/>
            <a:ext cx="746803" cy="173460"/>
            <a:chOff x="810479" y="2689455"/>
            <a:chExt cx="746803" cy="173460"/>
          </a:xfrm>
        </p:grpSpPr>
        <p:sp>
          <p:nvSpPr>
            <p:cNvPr id="399" name="Google Shape;399;p17"/>
            <p:cNvSpPr/>
            <p:nvPr/>
          </p:nvSpPr>
          <p:spPr>
            <a:xfrm>
              <a:off x="810479" y="2689455"/>
              <a:ext cx="746803" cy="173460"/>
            </a:xfrm>
            <a:custGeom>
              <a:rect b="b" l="l" r="r" t="t"/>
              <a:pathLst>
                <a:path extrusionOk="0" h="6396" w="27537">
                  <a:moveTo>
                    <a:pt x="1" y="1"/>
                  </a:moveTo>
                  <a:lnTo>
                    <a:pt x="1" y="6395"/>
                  </a:lnTo>
                  <a:lnTo>
                    <a:pt x="27536" y="6395"/>
                  </a:lnTo>
                  <a:lnTo>
                    <a:pt x="25760" y="3199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839226" y="2709659"/>
              <a:ext cx="24191" cy="133051"/>
            </a:xfrm>
            <a:custGeom>
              <a:rect b="b" l="l" r="r" t="t"/>
              <a:pathLst>
                <a:path extrusionOk="0" h="4906" w="892">
                  <a:moveTo>
                    <a:pt x="1" y="0"/>
                  </a:moveTo>
                  <a:lnTo>
                    <a:pt x="1" y="4905"/>
                  </a:lnTo>
                  <a:lnTo>
                    <a:pt x="892" y="4905"/>
                  </a:lnTo>
                  <a:lnTo>
                    <a:pt x="8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17"/>
          <p:cNvGrpSpPr/>
          <p:nvPr/>
        </p:nvGrpSpPr>
        <p:grpSpPr>
          <a:xfrm>
            <a:off x="4870354" y="2686430"/>
            <a:ext cx="746803" cy="173460"/>
            <a:chOff x="810479" y="2689455"/>
            <a:chExt cx="746803" cy="173460"/>
          </a:xfrm>
        </p:grpSpPr>
        <p:sp>
          <p:nvSpPr>
            <p:cNvPr id="402" name="Google Shape;402;p17"/>
            <p:cNvSpPr/>
            <p:nvPr/>
          </p:nvSpPr>
          <p:spPr>
            <a:xfrm>
              <a:off x="810479" y="2689455"/>
              <a:ext cx="746803" cy="173460"/>
            </a:xfrm>
            <a:custGeom>
              <a:rect b="b" l="l" r="r" t="t"/>
              <a:pathLst>
                <a:path extrusionOk="0" h="6396" w="27537">
                  <a:moveTo>
                    <a:pt x="1" y="1"/>
                  </a:moveTo>
                  <a:lnTo>
                    <a:pt x="1" y="6395"/>
                  </a:lnTo>
                  <a:lnTo>
                    <a:pt x="27536" y="6395"/>
                  </a:lnTo>
                  <a:lnTo>
                    <a:pt x="25760" y="3199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839226" y="2709659"/>
              <a:ext cx="24191" cy="133051"/>
            </a:xfrm>
            <a:custGeom>
              <a:rect b="b" l="l" r="r" t="t"/>
              <a:pathLst>
                <a:path extrusionOk="0" h="4906" w="892">
                  <a:moveTo>
                    <a:pt x="1" y="0"/>
                  </a:moveTo>
                  <a:lnTo>
                    <a:pt x="1" y="4905"/>
                  </a:lnTo>
                  <a:lnTo>
                    <a:pt x="892" y="4905"/>
                  </a:lnTo>
                  <a:lnTo>
                    <a:pt x="8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" name="Google Shape;404;p17"/>
          <p:cNvGrpSpPr/>
          <p:nvPr/>
        </p:nvGrpSpPr>
        <p:grpSpPr>
          <a:xfrm>
            <a:off x="4817679" y="4247130"/>
            <a:ext cx="746803" cy="173460"/>
            <a:chOff x="810479" y="2689455"/>
            <a:chExt cx="746803" cy="173460"/>
          </a:xfrm>
        </p:grpSpPr>
        <p:sp>
          <p:nvSpPr>
            <p:cNvPr id="405" name="Google Shape;405;p17"/>
            <p:cNvSpPr/>
            <p:nvPr/>
          </p:nvSpPr>
          <p:spPr>
            <a:xfrm>
              <a:off x="810479" y="2689455"/>
              <a:ext cx="746803" cy="173460"/>
            </a:xfrm>
            <a:custGeom>
              <a:rect b="b" l="l" r="r" t="t"/>
              <a:pathLst>
                <a:path extrusionOk="0" h="6396" w="27537">
                  <a:moveTo>
                    <a:pt x="1" y="1"/>
                  </a:moveTo>
                  <a:lnTo>
                    <a:pt x="1" y="6395"/>
                  </a:lnTo>
                  <a:lnTo>
                    <a:pt x="27536" y="6395"/>
                  </a:lnTo>
                  <a:lnTo>
                    <a:pt x="25760" y="3199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7"/>
            <p:cNvSpPr/>
            <p:nvPr/>
          </p:nvSpPr>
          <p:spPr>
            <a:xfrm>
              <a:off x="839226" y="2709659"/>
              <a:ext cx="24191" cy="133051"/>
            </a:xfrm>
            <a:custGeom>
              <a:rect b="b" l="l" r="r" t="t"/>
              <a:pathLst>
                <a:path extrusionOk="0" h="4906" w="892">
                  <a:moveTo>
                    <a:pt x="1" y="0"/>
                  </a:moveTo>
                  <a:lnTo>
                    <a:pt x="1" y="4905"/>
                  </a:lnTo>
                  <a:lnTo>
                    <a:pt x="892" y="4905"/>
                  </a:lnTo>
                  <a:lnTo>
                    <a:pt x="8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7" name="Google Shape;407;p17"/>
          <p:cNvGrpSpPr/>
          <p:nvPr/>
        </p:nvGrpSpPr>
        <p:grpSpPr>
          <a:xfrm>
            <a:off x="810479" y="2689455"/>
            <a:ext cx="746803" cy="173460"/>
            <a:chOff x="810479" y="2689455"/>
            <a:chExt cx="746803" cy="173460"/>
          </a:xfrm>
        </p:grpSpPr>
        <p:sp>
          <p:nvSpPr>
            <p:cNvPr id="408" name="Google Shape;408;p17"/>
            <p:cNvSpPr/>
            <p:nvPr/>
          </p:nvSpPr>
          <p:spPr>
            <a:xfrm>
              <a:off x="810479" y="2689455"/>
              <a:ext cx="746803" cy="173460"/>
            </a:xfrm>
            <a:custGeom>
              <a:rect b="b" l="l" r="r" t="t"/>
              <a:pathLst>
                <a:path extrusionOk="0" h="6396" w="27537">
                  <a:moveTo>
                    <a:pt x="1" y="1"/>
                  </a:moveTo>
                  <a:lnTo>
                    <a:pt x="1" y="6395"/>
                  </a:lnTo>
                  <a:lnTo>
                    <a:pt x="27536" y="6395"/>
                  </a:lnTo>
                  <a:lnTo>
                    <a:pt x="25760" y="3199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839226" y="2709659"/>
              <a:ext cx="24191" cy="133051"/>
            </a:xfrm>
            <a:custGeom>
              <a:rect b="b" l="l" r="r" t="t"/>
              <a:pathLst>
                <a:path extrusionOk="0" h="4906" w="892">
                  <a:moveTo>
                    <a:pt x="1" y="0"/>
                  </a:moveTo>
                  <a:lnTo>
                    <a:pt x="1" y="4905"/>
                  </a:lnTo>
                  <a:lnTo>
                    <a:pt x="892" y="4905"/>
                  </a:lnTo>
                  <a:lnTo>
                    <a:pt x="8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SECTION_TITLE_AND_DESCRIPTION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8"/>
          <p:cNvSpPr txBox="1"/>
          <p:nvPr>
            <p:ph idx="1" type="subTitle"/>
          </p:nvPr>
        </p:nvSpPr>
        <p:spPr>
          <a:xfrm>
            <a:off x="1297774" y="2771115"/>
            <a:ext cx="34008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18"/>
          <p:cNvSpPr/>
          <p:nvPr/>
        </p:nvSpPr>
        <p:spPr>
          <a:xfrm>
            <a:off x="4858185" y="1627932"/>
            <a:ext cx="170654" cy="175873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 txBox="1"/>
          <p:nvPr>
            <p:ph type="title"/>
          </p:nvPr>
        </p:nvSpPr>
        <p:spPr>
          <a:xfrm>
            <a:off x="1297650" y="2291703"/>
            <a:ext cx="34008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14" name="Google Shape;414;p18"/>
          <p:cNvGrpSpPr/>
          <p:nvPr/>
        </p:nvGrpSpPr>
        <p:grpSpPr>
          <a:xfrm rot="459609">
            <a:off x="1967647" y="-396997"/>
            <a:ext cx="1340612" cy="1517115"/>
            <a:chOff x="5610224" y="3202528"/>
            <a:chExt cx="1340580" cy="1517079"/>
          </a:xfrm>
        </p:grpSpPr>
        <p:sp>
          <p:nvSpPr>
            <p:cNvPr id="415" name="Google Shape;415;p18"/>
            <p:cNvSpPr/>
            <p:nvPr/>
          </p:nvSpPr>
          <p:spPr>
            <a:xfrm>
              <a:off x="5827002" y="3225738"/>
              <a:ext cx="1119465" cy="1243111"/>
            </a:xfrm>
            <a:custGeom>
              <a:rect b="b" l="l" r="r" t="t"/>
              <a:pathLst>
                <a:path extrusionOk="0" h="17192" w="15482">
                  <a:moveTo>
                    <a:pt x="12532" y="1"/>
                  </a:moveTo>
                  <a:cubicBezTo>
                    <a:pt x="12532" y="1"/>
                    <a:pt x="7602" y="5300"/>
                    <a:pt x="6033" y="7137"/>
                  </a:cubicBezTo>
                  <a:cubicBezTo>
                    <a:pt x="4463" y="8975"/>
                    <a:pt x="1" y="14672"/>
                    <a:pt x="1" y="14672"/>
                  </a:cubicBezTo>
                  <a:lnTo>
                    <a:pt x="2950" y="17192"/>
                  </a:lnTo>
                  <a:cubicBezTo>
                    <a:pt x="2950" y="17192"/>
                    <a:pt x="7918" y="11926"/>
                    <a:pt x="9488" y="10088"/>
                  </a:cubicBezTo>
                  <a:cubicBezTo>
                    <a:pt x="11057" y="8251"/>
                    <a:pt x="15482" y="2521"/>
                    <a:pt x="15482" y="2521"/>
                  </a:cubicBezTo>
                  <a:lnTo>
                    <a:pt x="125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5934595" y="3254083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8" y="0"/>
                  </a:moveTo>
                  <a:cubicBezTo>
                    <a:pt x="903" y="9281"/>
                    <a:pt x="926" y="9239"/>
                    <a:pt x="123" y="10823"/>
                  </a:cubicBezTo>
                  <a:cubicBezTo>
                    <a:pt x="0" y="11037"/>
                    <a:pt x="74" y="11165"/>
                    <a:pt x="263" y="11165"/>
                  </a:cubicBezTo>
                  <a:cubicBezTo>
                    <a:pt x="710" y="11165"/>
                    <a:pt x="1801" y="10444"/>
                    <a:pt x="2433" y="8433"/>
                  </a:cubicBezTo>
                  <a:cubicBezTo>
                    <a:pt x="4112" y="6308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5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6641834" y="3290453"/>
              <a:ext cx="250618" cy="223864"/>
            </a:xfrm>
            <a:custGeom>
              <a:rect b="b" l="l" r="r" t="t"/>
              <a:pathLst>
                <a:path extrusionOk="0" h="3096" w="3466">
                  <a:moveTo>
                    <a:pt x="434" y="1"/>
                  </a:moveTo>
                  <a:lnTo>
                    <a:pt x="0" y="470"/>
                  </a:lnTo>
                  <a:lnTo>
                    <a:pt x="3074" y="3095"/>
                  </a:lnTo>
                  <a:lnTo>
                    <a:pt x="3465" y="259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5703284" y="4353948"/>
              <a:ext cx="276359" cy="279830"/>
            </a:xfrm>
            <a:custGeom>
              <a:rect b="b" l="l" r="r" t="t"/>
              <a:pathLst>
                <a:path extrusionOk="0" h="3870" w="3822">
                  <a:moveTo>
                    <a:pt x="1386" y="0"/>
                  </a:moveTo>
                  <a:lnTo>
                    <a:pt x="0" y="2643"/>
                  </a:lnTo>
                  <a:lnTo>
                    <a:pt x="1437" y="3870"/>
                  </a:lnTo>
                  <a:lnTo>
                    <a:pt x="3822" y="2080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5657658" y="4556409"/>
              <a:ext cx="135866" cy="139337"/>
            </a:xfrm>
            <a:custGeom>
              <a:rect b="b" l="l" r="r" t="t"/>
              <a:pathLst>
                <a:path extrusionOk="0" h="1927" w="1879">
                  <a:moveTo>
                    <a:pt x="817" y="1"/>
                  </a:moveTo>
                  <a:lnTo>
                    <a:pt x="0" y="1368"/>
                  </a:lnTo>
                  <a:lnTo>
                    <a:pt x="656" y="1927"/>
                  </a:lnTo>
                  <a:lnTo>
                    <a:pt x="1878" y="908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5643413" y="4660893"/>
              <a:ext cx="55460" cy="58714"/>
            </a:xfrm>
            <a:custGeom>
              <a:rect b="b" l="l" r="r" t="t"/>
              <a:pathLst>
                <a:path extrusionOk="0" h="812" w="767">
                  <a:moveTo>
                    <a:pt x="288" y="0"/>
                  </a:moveTo>
                  <a:lnTo>
                    <a:pt x="13" y="698"/>
                  </a:lnTo>
                  <a:cubicBezTo>
                    <a:pt x="13" y="698"/>
                    <a:pt x="0" y="761"/>
                    <a:pt x="29" y="787"/>
                  </a:cubicBezTo>
                  <a:cubicBezTo>
                    <a:pt x="53" y="806"/>
                    <a:pt x="74" y="811"/>
                    <a:pt x="89" y="811"/>
                  </a:cubicBezTo>
                  <a:cubicBezTo>
                    <a:pt x="107" y="811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8"/>
            <p:cNvSpPr/>
            <p:nvPr/>
          </p:nvSpPr>
          <p:spPr>
            <a:xfrm>
              <a:off x="5794391" y="4292921"/>
              <a:ext cx="239410" cy="218079"/>
            </a:xfrm>
            <a:custGeom>
              <a:rect b="b" l="l" r="r" t="t"/>
              <a:pathLst>
                <a:path extrusionOk="0" h="3016" w="3311">
                  <a:moveTo>
                    <a:pt x="554" y="0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1" y="235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8"/>
            <p:cNvSpPr/>
            <p:nvPr/>
          </p:nvSpPr>
          <p:spPr>
            <a:xfrm>
              <a:off x="6752754" y="3224726"/>
              <a:ext cx="198050" cy="167103"/>
            </a:xfrm>
            <a:custGeom>
              <a:rect b="b" l="l" r="r" t="t"/>
              <a:pathLst>
                <a:path extrusionOk="0" h="2311" w="2739">
                  <a:moveTo>
                    <a:pt x="475" y="1"/>
                  </a:moveTo>
                  <a:cubicBezTo>
                    <a:pt x="255" y="1"/>
                    <a:pt x="1" y="247"/>
                    <a:pt x="1" y="247"/>
                  </a:cubicBezTo>
                  <a:lnTo>
                    <a:pt x="2416" y="2310"/>
                  </a:lnTo>
                  <a:cubicBezTo>
                    <a:pt x="2417" y="2310"/>
                    <a:pt x="2739" y="1855"/>
                    <a:pt x="2505" y="1656"/>
                  </a:cubicBezTo>
                  <a:cubicBezTo>
                    <a:pt x="2273" y="1457"/>
                    <a:pt x="867" y="256"/>
                    <a:pt x="633" y="57"/>
                  </a:cubicBezTo>
                  <a:cubicBezTo>
                    <a:pt x="586" y="17"/>
                    <a:pt x="532" y="1"/>
                    <a:pt x="4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8"/>
            <p:cNvSpPr/>
            <p:nvPr/>
          </p:nvSpPr>
          <p:spPr>
            <a:xfrm>
              <a:off x="5793741" y="3203612"/>
              <a:ext cx="1119609" cy="1243111"/>
            </a:xfrm>
            <a:custGeom>
              <a:rect b="b" l="l" r="r" t="t"/>
              <a:pathLst>
                <a:path extrusionOk="0" h="17192" w="15484">
                  <a:moveTo>
                    <a:pt x="12532" y="0"/>
                  </a:moveTo>
                  <a:cubicBezTo>
                    <a:pt x="12532" y="0"/>
                    <a:pt x="7604" y="5299"/>
                    <a:pt x="6034" y="7138"/>
                  </a:cubicBezTo>
                  <a:cubicBezTo>
                    <a:pt x="4464" y="8975"/>
                    <a:pt x="1" y="14672"/>
                    <a:pt x="1" y="14672"/>
                  </a:cubicBezTo>
                  <a:lnTo>
                    <a:pt x="2950" y="17191"/>
                  </a:lnTo>
                  <a:cubicBezTo>
                    <a:pt x="2950" y="17191"/>
                    <a:pt x="7918" y="11926"/>
                    <a:pt x="9488" y="10087"/>
                  </a:cubicBezTo>
                  <a:cubicBezTo>
                    <a:pt x="11057" y="8250"/>
                    <a:pt x="15483" y="2520"/>
                    <a:pt x="15483" y="2520"/>
                  </a:cubicBezTo>
                  <a:lnTo>
                    <a:pt x="125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8"/>
            <p:cNvSpPr/>
            <p:nvPr/>
          </p:nvSpPr>
          <p:spPr>
            <a:xfrm>
              <a:off x="5901334" y="3231884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9" y="0"/>
                  </a:moveTo>
                  <a:cubicBezTo>
                    <a:pt x="903" y="9282"/>
                    <a:pt x="926" y="9239"/>
                    <a:pt x="123" y="10824"/>
                  </a:cubicBezTo>
                  <a:cubicBezTo>
                    <a:pt x="1" y="11037"/>
                    <a:pt x="75" y="11165"/>
                    <a:pt x="264" y="11165"/>
                  </a:cubicBezTo>
                  <a:cubicBezTo>
                    <a:pt x="711" y="11165"/>
                    <a:pt x="1803" y="10444"/>
                    <a:pt x="2435" y="8433"/>
                  </a:cubicBezTo>
                  <a:cubicBezTo>
                    <a:pt x="4114" y="6310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6"/>
                  </a:lnTo>
                  <a:lnTo>
                    <a:pt x="93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6608573" y="3268327"/>
              <a:ext cx="250618" cy="223792"/>
            </a:xfrm>
            <a:custGeom>
              <a:rect b="b" l="l" r="r" t="t"/>
              <a:pathLst>
                <a:path extrusionOk="0" h="3095" w="3466">
                  <a:moveTo>
                    <a:pt x="434" y="0"/>
                  </a:moveTo>
                  <a:lnTo>
                    <a:pt x="0" y="469"/>
                  </a:lnTo>
                  <a:lnTo>
                    <a:pt x="3074" y="3094"/>
                  </a:lnTo>
                  <a:lnTo>
                    <a:pt x="3465" y="259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8"/>
            <p:cNvSpPr/>
            <p:nvPr/>
          </p:nvSpPr>
          <p:spPr>
            <a:xfrm>
              <a:off x="5670095" y="4331750"/>
              <a:ext cx="276287" cy="279902"/>
            </a:xfrm>
            <a:custGeom>
              <a:rect b="b" l="l" r="r" t="t"/>
              <a:pathLst>
                <a:path extrusionOk="0" h="3871" w="3821">
                  <a:moveTo>
                    <a:pt x="1386" y="1"/>
                  </a:moveTo>
                  <a:lnTo>
                    <a:pt x="1" y="2644"/>
                  </a:lnTo>
                  <a:lnTo>
                    <a:pt x="1436" y="3870"/>
                  </a:lnTo>
                  <a:lnTo>
                    <a:pt x="3821" y="2081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5624469" y="4534283"/>
              <a:ext cx="135866" cy="139409"/>
            </a:xfrm>
            <a:custGeom>
              <a:rect b="b" l="l" r="r" t="t"/>
              <a:pathLst>
                <a:path extrusionOk="0" h="1928" w="1879">
                  <a:moveTo>
                    <a:pt x="816" y="0"/>
                  </a:moveTo>
                  <a:lnTo>
                    <a:pt x="1" y="1367"/>
                  </a:lnTo>
                  <a:lnTo>
                    <a:pt x="655" y="1928"/>
                  </a:lnTo>
                  <a:lnTo>
                    <a:pt x="1879" y="908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5610224" y="4638694"/>
              <a:ext cx="55532" cy="58714"/>
            </a:xfrm>
            <a:custGeom>
              <a:rect b="b" l="l" r="r" t="t"/>
              <a:pathLst>
                <a:path extrusionOk="0" h="812" w="768">
                  <a:moveTo>
                    <a:pt x="287" y="0"/>
                  </a:moveTo>
                  <a:lnTo>
                    <a:pt x="14" y="698"/>
                  </a:lnTo>
                  <a:cubicBezTo>
                    <a:pt x="14" y="698"/>
                    <a:pt x="1" y="763"/>
                    <a:pt x="30" y="787"/>
                  </a:cubicBezTo>
                  <a:cubicBezTo>
                    <a:pt x="52" y="807"/>
                    <a:pt x="73" y="812"/>
                    <a:pt x="89" y="812"/>
                  </a:cubicBezTo>
                  <a:cubicBezTo>
                    <a:pt x="106" y="812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5761130" y="4270723"/>
              <a:ext cx="239555" cy="218079"/>
            </a:xfrm>
            <a:custGeom>
              <a:rect b="b" l="l" r="r" t="t"/>
              <a:pathLst>
                <a:path extrusionOk="0" h="3016" w="3313">
                  <a:moveTo>
                    <a:pt x="554" y="1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2" y="2356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8"/>
            <p:cNvSpPr/>
            <p:nvPr/>
          </p:nvSpPr>
          <p:spPr>
            <a:xfrm>
              <a:off x="6719637" y="3202528"/>
              <a:ext cx="197906" cy="167103"/>
            </a:xfrm>
            <a:custGeom>
              <a:rect b="b" l="l" r="r" t="t"/>
              <a:pathLst>
                <a:path extrusionOk="0" h="2311" w="2737">
                  <a:moveTo>
                    <a:pt x="474" y="1"/>
                  </a:moveTo>
                  <a:cubicBezTo>
                    <a:pt x="253" y="1"/>
                    <a:pt x="0" y="247"/>
                    <a:pt x="0" y="247"/>
                  </a:cubicBezTo>
                  <a:lnTo>
                    <a:pt x="2415" y="2311"/>
                  </a:lnTo>
                  <a:cubicBezTo>
                    <a:pt x="2415" y="2311"/>
                    <a:pt x="2737" y="1856"/>
                    <a:pt x="2505" y="1656"/>
                  </a:cubicBezTo>
                  <a:cubicBezTo>
                    <a:pt x="2271" y="1458"/>
                    <a:pt x="865" y="256"/>
                    <a:pt x="633" y="57"/>
                  </a:cubicBezTo>
                  <a:cubicBezTo>
                    <a:pt x="585" y="17"/>
                    <a:pt x="531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1" name="Google Shape;431;p18"/>
          <p:cNvSpPr/>
          <p:nvPr/>
        </p:nvSpPr>
        <p:spPr>
          <a:xfrm>
            <a:off x="8638541" y="4686151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/>
          <p:nvPr/>
        </p:nvSpPr>
        <p:spPr>
          <a:xfrm>
            <a:off x="2625513" y="4567873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3" name="Google Shape;433;p18"/>
          <p:cNvGrpSpPr/>
          <p:nvPr/>
        </p:nvGrpSpPr>
        <p:grpSpPr>
          <a:xfrm>
            <a:off x="2860314" y="4393709"/>
            <a:ext cx="189773" cy="174158"/>
            <a:chOff x="6476077" y="96834"/>
            <a:chExt cx="189773" cy="174158"/>
          </a:xfrm>
        </p:grpSpPr>
        <p:sp>
          <p:nvSpPr>
            <p:cNvPr id="434" name="Google Shape;434;p18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" name="Google Shape;436;p18"/>
          <p:cNvGrpSpPr/>
          <p:nvPr/>
        </p:nvGrpSpPr>
        <p:grpSpPr>
          <a:xfrm>
            <a:off x="713237" y="725124"/>
            <a:ext cx="218071" cy="228481"/>
            <a:chOff x="4930687" y="3942774"/>
            <a:chExt cx="218071" cy="228481"/>
          </a:xfrm>
        </p:grpSpPr>
        <p:sp>
          <p:nvSpPr>
            <p:cNvPr id="437" name="Google Shape;437;p18"/>
            <p:cNvSpPr/>
            <p:nvPr/>
          </p:nvSpPr>
          <p:spPr>
            <a:xfrm>
              <a:off x="5054410" y="3942774"/>
              <a:ext cx="18307" cy="63597"/>
            </a:xfrm>
            <a:custGeom>
              <a:rect b="b" l="l" r="r" t="t"/>
              <a:pathLst>
                <a:path extrusionOk="0" h="1063" w="306">
                  <a:moveTo>
                    <a:pt x="153" y="0"/>
                  </a:moveTo>
                  <a:cubicBezTo>
                    <a:pt x="77" y="0"/>
                    <a:pt x="1" y="49"/>
                    <a:pt x="1" y="148"/>
                  </a:cubicBezTo>
                  <a:lnTo>
                    <a:pt x="1" y="915"/>
                  </a:lnTo>
                  <a:cubicBezTo>
                    <a:pt x="1" y="1013"/>
                    <a:pt x="77" y="1062"/>
                    <a:pt x="153" y="1062"/>
                  </a:cubicBezTo>
                  <a:cubicBezTo>
                    <a:pt x="230" y="1062"/>
                    <a:pt x="306" y="1013"/>
                    <a:pt x="306" y="915"/>
                  </a:cubicBezTo>
                  <a:lnTo>
                    <a:pt x="306" y="148"/>
                  </a:lnTo>
                  <a:cubicBezTo>
                    <a:pt x="306" y="49"/>
                    <a:pt x="230" y="0"/>
                    <a:pt x="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4990095" y="3970295"/>
              <a:ext cx="40503" cy="54742"/>
            </a:xfrm>
            <a:custGeom>
              <a:rect b="b" l="l" r="r" t="t"/>
              <a:pathLst>
                <a:path extrusionOk="0" h="915" w="677">
                  <a:moveTo>
                    <a:pt x="152" y="0"/>
                  </a:moveTo>
                  <a:cubicBezTo>
                    <a:pt x="75" y="0"/>
                    <a:pt x="0" y="49"/>
                    <a:pt x="4" y="148"/>
                  </a:cubicBezTo>
                  <a:cubicBezTo>
                    <a:pt x="11" y="408"/>
                    <a:pt x="178" y="685"/>
                    <a:pt x="354" y="868"/>
                  </a:cubicBezTo>
                  <a:cubicBezTo>
                    <a:pt x="386" y="901"/>
                    <a:pt x="422" y="915"/>
                    <a:pt x="457" y="915"/>
                  </a:cubicBezTo>
                  <a:cubicBezTo>
                    <a:pt x="572" y="915"/>
                    <a:pt x="676" y="761"/>
                    <a:pt x="570" y="652"/>
                  </a:cubicBezTo>
                  <a:cubicBezTo>
                    <a:pt x="451" y="528"/>
                    <a:pt x="315" y="309"/>
                    <a:pt x="309" y="148"/>
                  </a:cubicBezTo>
                  <a:cubicBezTo>
                    <a:pt x="306" y="49"/>
                    <a:pt x="228" y="0"/>
                    <a:pt x="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4930687" y="4043464"/>
              <a:ext cx="80647" cy="27341"/>
            </a:xfrm>
            <a:custGeom>
              <a:rect b="b" l="l" r="r" t="t"/>
              <a:pathLst>
                <a:path extrusionOk="0" h="457" w="1348">
                  <a:moveTo>
                    <a:pt x="238" y="1"/>
                  </a:moveTo>
                  <a:cubicBezTo>
                    <a:pt x="95" y="1"/>
                    <a:pt x="0" y="208"/>
                    <a:pt x="153" y="283"/>
                  </a:cubicBezTo>
                  <a:cubicBezTo>
                    <a:pt x="461" y="430"/>
                    <a:pt x="811" y="457"/>
                    <a:pt x="1149" y="457"/>
                  </a:cubicBezTo>
                  <a:cubicBezTo>
                    <a:pt x="1346" y="457"/>
                    <a:pt x="1347" y="150"/>
                    <a:pt x="1149" y="150"/>
                  </a:cubicBezTo>
                  <a:cubicBezTo>
                    <a:pt x="870" y="150"/>
                    <a:pt x="565" y="141"/>
                    <a:pt x="308" y="17"/>
                  </a:cubicBezTo>
                  <a:cubicBezTo>
                    <a:pt x="284" y="6"/>
                    <a:pt x="260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4962575" y="4098206"/>
              <a:ext cx="48759" cy="36435"/>
            </a:xfrm>
            <a:custGeom>
              <a:rect b="b" l="l" r="r" t="t"/>
              <a:pathLst>
                <a:path extrusionOk="0" h="609" w="815">
                  <a:moveTo>
                    <a:pt x="619" y="0"/>
                  </a:moveTo>
                  <a:cubicBezTo>
                    <a:pt x="618" y="0"/>
                    <a:pt x="617" y="0"/>
                    <a:pt x="616" y="0"/>
                  </a:cubicBezTo>
                  <a:cubicBezTo>
                    <a:pt x="337" y="6"/>
                    <a:pt x="16" y="139"/>
                    <a:pt x="4" y="460"/>
                  </a:cubicBezTo>
                  <a:cubicBezTo>
                    <a:pt x="0" y="559"/>
                    <a:pt x="75" y="608"/>
                    <a:pt x="152" y="608"/>
                  </a:cubicBezTo>
                  <a:cubicBezTo>
                    <a:pt x="228" y="608"/>
                    <a:pt x="307" y="559"/>
                    <a:pt x="311" y="460"/>
                  </a:cubicBezTo>
                  <a:cubicBezTo>
                    <a:pt x="311" y="434"/>
                    <a:pt x="322" y="402"/>
                    <a:pt x="366" y="370"/>
                  </a:cubicBezTo>
                  <a:cubicBezTo>
                    <a:pt x="436" y="317"/>
                    <a:pt x="531" y="308"/>
                    <a:pt x="616" y="307"/>
                  </a:cubicBezTo>
                  <a:cubicBezTo>
                    <a:pt x="812" y="304"/>
                    <a:pt x="814" y="0"/>
                    <a:pt x="6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5023300" y="4116453"/>
              <a:ext cx="31170" cy="54802"/>
            </a:xfrm>
            <a:custGeom>
              <a:rect b="b" l="l" r="r" t="t"/>
              <a:pathLst>
                <a:path extrusionOk="0" h="916" w="521">
                  <a:moveTo>
                    <a:pt x="220" y="0"/>
                  </a:moveTo>
                  <a:cubicBezTo>
                    <a:pt x="104" y="0"/>
                    <a:pt x="0" y="154"/>
                    <a:pt x="106" y="263"/>
                  </a:cubicBezTo>
                  <a:cubicBezTo>
                    <a:pt x="235" y="396"/>
                    <a:pt x="214" y="590"/>
                    <a:pt x="214" y="767"/>
                  </a:cubicBezTo>
                  <a:cubicBezTo>
                    <a:pt x="214" y="866"/>
                    <a:pt x="291" y="915"/>
                    <a:pt x="368" y="915"/>
                  </a:cubicBezTo>
                  <a:cubicBezTo>
                    <a:pt x="444" y="915"/>
                    <a:pt x="521" y="866"/>
                    <a:pt x="521" y="767"/>
                  </a:cubicBezTo>
                  <a:cubicBezTo>
                    <a:pt x="521" y="503"/>
                    <a:pt x="516" y="249"/>
                    <a:pt x="322" y="47"/>
                  </a:cubicBezTo>
                  <a:cubicBezTo>
                    <a:pt x="290" y="14"/>
                    <a:pt x="255" y="0"/>
                    <a:pt x="2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5072657" y="4098206"/>
              <a:ext cx="36973" cy="36734"/>
            </a:xfrm>
            <a:custGeom>
              <a:rect b="b" l="l" r="r" t="t"/>
              <a:pathLst>
                <a:path extrusionOk="0" h="614" w="618">
                  <a:moveTo>
                    <a:pt x="150" y="0"/>
                  </a:moveTo>
                  <a:cubicBezTo>
                    <a:pt x="70" y="0"/>
                    <a:pt x="1" y="75"/>
                    <a:pt x="1" y="154"/>
                  </a:cubicBezTo>
                  <a:cubicBezTo>
                    <a:pt x="1" y="240"/>
                    <a:pt x="71" y="304"/>
                    <a:pt x="154" y="307"/>
                  </a:cubicBezTo>
                  <a:cubicBezTo>
                    <a:pt x="223" y="310"/>
                    <a:pt x="305" y="393"/>
                    <a:pt x="308" y="460"/>
                  </a:cubicBezTo>
                  <a:cubicBezTo>
                    <a:pt x="310" y="543"/>
                    <a:pt x="376" y="614"/>
                    <a:pt x="461" y="614"/>
                  </a:cubicBezTo>
                  <a:cubicBezTo>
                    <a:pt x="541" y="614"/>
                    <a:pt x="617" y="543"/>
                    <a:pt x="614" y="460"/>
                  </a:cubicBezTo>
                  <a:cubicBezTo>
                    <a:pt x="605" y="215"/>
                    <a:pt x="400" y="9"/>
                    <a:pt x="154" y="0"/>
                  </a:cubicBezTo>
                  <a:cubicBezTo>
                    <a:pt x="153" y="0"/>
                    <a:pt x="151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5088392" y="4043224"/>
              <a:ext cx="60366" cy="18427"/>
            </a:xfrm>
            <a:custGeom>
              <a:rect b="b" l="l" r="r" t="t"/>
              <a:pathLst>
                <a:path extrusionOk="0" h="308" w="1009">
                  <a:moveTo>
                    <a:pt x="198" y="1"/>
                  </a:moveTo>
                  <a:cubicBezTo>
                    <a:pt x="1" y="1"/>
                    <a:pt x="1" y="307"/>
                    <a:pt x="198" y="307"/>
                  </a:cubicBezTo>
                  <a:lnTo>
                    <a:pt x="810" y="307"/>
                  </a:lnTo>
                  <a:cubicBezTo>
                    <a:pt x="1007" y="307"/>
                    <a:pt x="1008" y="1"/>
                    <a:pt x="8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5090725" y="3970295"/>
              <a:ext cx="28179" cy="45170"/>
            </a:xfrm>
            <a:custGeom>
              <a:rect b="b" l="l" r="r" t="t"/>
              <a:pathLst>
                <a:path extrusionOk="0" h="755" w="471">
                  <a:moveTo>
                    <a:pt x="320" y="0"/>
                  </a:moveTo>
                  <a:cubicBezTo>
                    <a:pt x="243" y="0"/>
                    <a:pt x="164" y="49"/>
                    <a:pt x="159" y="148"/>
                  </a:cubicBezTo>
                  <a:cubicBezTo>
                    <a:pt x="154" y="220"/>
                    <a:pt x="108" y="288"/>
                    <a:pt x="79" y="351"/>
                  </a:cubicBezTo>
                  <a:cubicBezTo>
                    <a:pt x="39" y="434"/>
                    <a:pt x="11" y="514"/>
                    <a:pt x="6" y="608"/>
                  </a:cubicBezTo>
                  <a:cubicBezTo>
                    <a:pt x="0" y="706"/>
                    <a:pt x="75" y="755"/>
                    <a:pt x="151" y="755"/>
                  </a:cubicBezTo>
                  <a:cubicBezTo>
                    <a:pt x="228" y="755"/>
                    <a:pt x="307" y="706"/>
                    <a:pt x="312" y="608"/>
                  </a:cubicBezTo>
                  <a:cubicBezTo>
                    <a:pt x="317" y="535"/>
                    <a:pt x="363" y="468"/>
                    <a:pt x="393" y="404"/>
                  </a:cubicBezTo>
                  <a:cubicBezTo>
                    <a:pt x="432" y="320"/>
                    <a:pt x="460" y="240"/>
                    <a:pt x="466" y="148"/>
                  </a:cubicBezTo>
                  <a:cubicBezTo>
                    <a:pt x="471" y="49"/>
                    <a:pt x="397" y="0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APTION_ONLY_1_3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9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9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0" name="Google Shape;450;p19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1" name="Google Shape;451;p19"/>
          <p:cNvGrpSpPr/>
          <p:nvPr/>
        </p:nvGrpSpPr>
        <p:grpSpPr>
          <a:xfrm>
            <a:off x="4280963" y="4723225"/>
            <a:ext cx="218131" cy="228540"/>
            <a:chOff x="1567788" y="4831150"/>
            <a:chExt cx="218131" cy="228540"/>
          </a:xfrm>
        </p:grpSpPr>
        <p:sp>
          <p:nvSpPr>
            <p:cNvPr id="452" name="Google Shape;452;p19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" name="Google Shape;460;p19"/>
          <p:cNvGrpSpPr/>
          <p:nvPr/>
        </p:nvGrpSpPr>
        <p:grpSpPr>
          <a:xfrm>
            <a:off x="4572000" y="4705711"/>
            <a:ext cx="263669" cy="263588"/>
            <a:chOff x="4028549" y="3239505"/>
            <a:chExt cx="131381" cy="131321"/>
          </a:xfrm>
        </p:grpSpPr>
        <p:sp>
          <p:nvSpPr>
            <p:cNvPr id="461" name="Google Shape;461;p19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19"/>
          <p:cNvSpPr txBox="1"/>
          <p:nvPr>
            <p:ph idx="1" type="subTitle"/>
          </p:nvPr>
        </p:nvSpPr>
        <p:spPr>
          <a:xfrm>
            <a:off x="713225" y="1649150"/>
            <a:ext cx="3234300" cy="27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4">
  <p:cSld name="CAPTION_ONLY_3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0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0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0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0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9" name="Google Shape;469;p20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0"/>
          <p:cNvSpPr/>
          <p:nvPr/>
        </p:nvSpPr>
        <p:spPr>
          <a:xfrm>
            <a:off x="176600" y="4840073"/>
            <a:ext cx="689164" cy="1091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0"/>
          <p:cNvSpPr/>
          <p:nvPr/>
        </p:nvSpPr>
        <p:spPr>
          <a:xfrm rot="546069">
            <a:off x="321636" y="4727851"/>
            <a:ext cx="783181" cy="112218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 txBox="1"/>
          <p:nvPr>
            <p:ph idx="1" type="subTitle"/>
          </p:nvPr>
        </p:nvSpPr>
        <p:spPr>
          <a:xfrm>
            <a:off x="4487725" y="1649150"/>
            <a:ext cx="3234300" cy="27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"/>
          <p:cNvSpPr/>
          <p:nvPr/>
        </p:nvSpPr>
        <p:spPr>
          <a:xfrm rot="-10692833">
            <a:off x="7986933" y="3607231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0" y="3661913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1"/>
          <p:cNvSpPr/>
          <p:nvPr/>
        </p:nvSpPr>
        <p:spPr>
          <a:xfrm>
            <a:off x="96026" y="3722584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1"/>
          <p:cNvSpPr txBox="1"/>
          <p:nvPr>
            <p:ph type="title"/>
          </p:nvPr>
        </p:nvSpPr>
        <p:spPr>
          <a:xfrm>
            <a:off x="713225" y="3683875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8" name="Google Shape;478;p21"/>
          <p:cNvSpPr/>
          <p:nvPr/>
        </p:nvSpPr>
        <p:spPr>
          <a:xfrm rot="-10692833">
            <a:off x="8150833" y="3714784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MAIN_POINT_1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22"/>
          <p:cNvGrpSpPr/>
          <p:nvPr/>
        </p:nvGrpSpPr>
        <p:grpSpPr>
          <a:xfrm>
            <a:off x="2744865" y="-1014160"/>
            <a:ext cx="6084896" cy="6800071"/>
            <a:chOff x="-1394220" y="2227279"/>
            <a:chExt cx="3511800" cy="3924552"/>
          </a:xfrm>
        </p:grpSpPr>
        <p:sp>
          <p:nvSpPr>
            <p:cNvPr id="481" name="Google Shape;481;p22"/>
            <p:cNvSpPr/>
            <p:nvPr/>
          </p:nvSpPr>
          <p:spPr>
            <a:xfrm rot="745963">
              <a:off x="-1062614" y="2494162"/>
              <a:ext cx="2848588" cy="3390786"/>
            </a:xfrm>
            <a:custGeom>
              <a:rect b="b" l="l" r="r" t="t"/>
              <a:pathLst>
                <a:path extrusionOk="0" h="56678" w="47615">
                  <a:moveTo>
                    <a:pt x="8330" y="1"/>
                  </a:moveTo>
                  <a:lnTo>
                    <a:pt x="1" y="6525"/>
                  </a:lnTo>
                  <a:lnTo>
                    <a:pt x="39284" y="56678"/>
                  </a:lnTo>
                  <a:lnTo>
                    <a:pt x="47615" y="50152"/>
                  </a:lnTo>
                  <a:lnTo>
                    <a:pt x="83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2" name="Google Shape;482;p22"/>
            <p:cNvGrpSpPr/>
            <p:nvPr/>
          </p:nvGrpSpPr>
          <p:grpSpPr>
            <a:xfrm rot="746023">
              <a:off x="-1036647" y="2808935"/>
              <a:ext cx="2365525" cy="2955151"/>
              <a:chOff x="-38220" y="2183673"/>
              <a:chExt cx="2365636" cy="2955289"/>
            </a:xfrm>
          </p:grpSpPr>
          <p:sp>
            <p:nvSpPr>
              <p:cNvPr id="483" name="Google Shape;483;p22"/>
              <p:cNvSpPr/>
              <p:nvPr/>
            </p:nvSpPr>
            <p:spPr>
              <a:xfrm>
                <a:off x="-38220" y="2183673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7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2"/>
              <p:cNvSpPr/>
              <p:nvPr/>
            </p:nvSpPr>
            <p:spPr>
              <a:xfrm>
                <a:off x="21967" y="2210116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5"/>
                    </a:lnTo>
                    <a:lnTo>
                      <a:pt x="326" y="2891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2"/>
              <p:cNvSpPr/>
              <p:nvPr/>
            </p:nvSpPr>
            <p:spPr>
              <a:xfrm>
                <a:off x="83828" y="2339463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2"/>
              <p:cNvSpPr/>
              <p:nvPr/>
            </p:nvSpPr>
            <p:spPr>
              <a:xfrm>
                <a:off x="144015" y="2365727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2"/>
              <p:cNvSpPr/>
              <p:nvPr/>
            </p:nvSpPr>
            <p:spPr>
              <a:xfrm>
                <a:off x="205757" y="2495133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0"/>
                    </a:moveTo>
                    <a:lnTo>
                      <a:pt x="1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2"/>
              <p:cNvSpPr/>
              <p:nvPr/>
            </p:nvSpPr>
            <p:spPr>
              <a:xfrm>
                <a:off x="265943" y="252157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0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2"/>
              <p:cNvSpPr/>
              <p:nvPr/>
            </p:nvSpPr>
            <p:spPr>
              <a:xfrm>
                <a:off x="327745" y="2650984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2"/>
              <p:cNvSpPr/>
              <p:nvPr/>
            </p:nvSpPr>
            <p:spPr>
              <a:xfrm>
                <a:off x="387931" y="2677367"/>
                <a:ext cx="208559" cy="172901"/>
              </a:xfrm>
              <a:custGeom>
                <a:rect b="b" l="l" r="r" t="t"/>
                <a:pathLst>
                  <a:path extrusionOk="0" h="2890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2"/>
              <p:cNvSpPr/>
              <p:nvPr/>
            </p:nvSpPr>
            <p:spPr>
              <a:xfrm>
                <a:off x="455476" y="2814073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2"/>
              <p:cNvSpPr/>
              <p:nvPr/>
            </p:nvSpPr>
            <p:spPr>
              <a:xfrm>
                <a:off x="515663" y="2840337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5"/>
                    </a:lnTo>
                    <a:lnTo>
                      <a:pt x="327" y="2892"/>
                    </a:lnTo>
                    <a:lnTo>
                      <a:pt x="3486" y="419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2"/>
              <p:cNvSpPr/>
              <p:nvPr/>
            </p:nvSpPr>
            <p:spPr>
              <a:xfrm>
                <a:off x="577524" y="296968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09" y="418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2"/>
              <p:cNvSpPr/>
              <p:nvPr/>
            </p:nvSpPr>
            <p:spPr>
              <a:xfrm>
                <a:off x="637711" y="299612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2"/>
              <p:cNvSpPr/>
              <p:nvPr/>
            </p:nvSpPr>
            <p:spPr>
              <a:xfrm>
                <a:off x="699512" y="3125354"/>
                <a:ext cx="144244" cy="122527"/>
              </a:xfrm>
              <a:custGeom>
                <a:rect b="b" l="l" r="r" t="t"/>
                <a:pathLst>
                  <a:path extrusionOk="0" h="2048" w="2411">
                    <a:moveTo>
                      <a:pt x="2083" y="0"/>
                    </a:moveTo>
                    <a:lnTo>
                      <a:pt x="1" y="1631"/>
                    </a:lnTo>
                    <a:lnTo>
                      <a:pt x="328" y="2047"/>
                    </a:lnTo>
                    <a:lnTo>
                      <a:pt x="2410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2"/>
              <p:cNvSpPr/>
              <p:nvPr/>
            </p:nvSpPr>
            <p:spPr>
              <a:xfrm>
                <a:off x="759639" y="3151798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1"/>
                    </a:moveTo>
                    <a:lnTo>
                      <a:pt x="1" y="2476"/>
                    </a:lnTo>
                    <a:lnTo>
                      <a:pt x="328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2"/>
              <p:cNvSpPr/>
              <p:nvPr/>
            </p:nvSpPr>
            <p:spPr>
              <a:xfrm>
                <a:off x="821500" y="3281204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2"/>
              <p:cNvSpPr/>
              <p:nvPr/>
            </p:nvSpPr>
            <p:spPr>
              <a:xfrm>
                <a:off x="881687" y="3307468"/>
                <a:ext cx="208618" cy="173081"/>
              </a:xfrm>
              <a:custGeom>
                <a:rect b="b" l="l" r="r" t="t"/>
                <a:pathLst>
                  <a:path extrusionOk="0" h="2893" w="3487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2"/>
              <p:cNvSpPr/>
              <p:nvPr/>
            </p:nvSpPr>
            <p:spPr>
              <a:xfrm>
                <a:off x="949890" y="3445191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5" y="0"/>
                    </a:moveTo>
                    <a:lnTo>
                      <a:pt x="1" y="1631"/>
                    </a:lnTo>
                    <a:lnTo>
                      <a:pt x="328" y="2049"/>
                    </a:lnTo>
                    <a:lnTo>
                      <a:pt x="2410" y="416"/>
                    </a:lnTo>
                    <a:lnTo>
                      <a:pt x="208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2"/>
              <p:cNvSpPr/>
              <p:nvPr/>
            </p:nvSpPr>
            <p:spPr>
              <a:xfrm>
                <a:off x="1010136" y="347157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0"/>
                    </a:moveTo>
                    <a:lnTo>
                      <a:pt x="0" y="2475"/>
                    </a:lnTo>
                    <a:lnTo>
                      <a:pt x="327" y="2891"/>
                    </a:lnTo>
                    <a:lnTo>
                      <a:pt x="3486" y="418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2"/>
              <p:cNvSpPr/>
              <p:nvPr/>
            </p:nvSpPr>
            <p:spPr>
              <a:xfrm>
                <a:off x="1071938" y="3600921"/>
                <a:ext cx="144244" cy="122646"/>
              </a:xfrm>
              <a:custGeom>
                <a:rect b="b" l="l" r="r" t="t"/>
                <a:pathLst>
                  <a:path extrusionOk="0" h="2050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2"/>
              <p:cNvSpPr/>
              <p:nvPr/>
            </p:nvSpPr>
            <p:spPr>
              <a:xfrm>
                <a:off x="1132124" y="362730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1" y="2476"/>
                    </a:lnTo>
                    <a:lnTo>
                      <a:pt x="327" y="2892"/>
                    </a:lnTo>
                    <a:lnTo>
                      <a:pt x="3485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2"/>
              <p:cNvSpPr/>
              <p:nvPr/>
            </p:nvSpPr>
            <p:spPr>
              <a:xfrm>
                <a:off x="1193926" y="3756711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2"/>
              <p:cNvSpPr/>
              <p:nvPr/>
            </p:nvSpPr>
            <p:spPr>
              <a:xfrm>
                <a:off x="1254112" y="3783095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0"/>
                    </a:moveTo>
                    <a:lnTo>
                      <a:pt x="0" y="2474"/>
                    </a:lnTo>
                    <a:lnTo>
                      <a:pt x="328" y="2891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2"/>
              <p:cNvSpPr/>
              <p:nvPr/>
            </p:nvSpPr>
            <p:spPr>
              <a:xfrm>
                <a:off x="1315974" y="391238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2"/>
              <p:cNvSpPr/>
              <p:nvPr/>
            </p:nvSpPr>
            <p:spPr>
              <a:xfrm>
                <a:off x="1376160" y="3938646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2"/>
              <p:cNvSpPr/>
              <p:nvPr/>
            </p:nvSpPr>
            <p:spPr>
              <a:xfrm>
                <a:off x="1443705" y="4075471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2" y="1"/>
                    </a:moveTo>
                    <a:lnTo>
                      <a:pt x="0" y="1632"/>
                    </a:lnTo>
                    <a:lnTo>
                      <a:pt x="326" y="2048"/>
                    </a:lnTo>
                    <a:lnTo>
                      <a:pt x="2408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22"/>
              <p:cNvSpPr/>
              <p:nvPr/>
            </p:nvSpPr>
            <p:spPr>
              <a:xfrm>
                <a:off x="1503892" y="4101676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22"/>
              <p:cNvSpPr/>
              <p:nvPr/>
            </p:nvSpPr>
            <p:spPr>
              <a:xfrm>
                <a:off x="1565634" y="423114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1"/>
                    </a:moveTo>
                    <a:lnTo>
                      <a:pt x="1" y="1633"/>
                    </a:lnTo>
                    <a:lnTo>
                      <a:pt x="328" y="2049"/>
                    </a:lnTo>
                    <a:lnTo>
                      <a:pt x="2410" y="418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2"/>
              <p:cNvSpPr/>
              <p:nvPr/>
            </p:nvSpPr>
            <p:spPr>
              <a:xfrm>
                <a:off x="1625820" y="4257645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1" y="2474"/>
                    </a:lnTo>
                    <a:lnTo>
                      <a:pt x="326" y="2890"/>
                    </a:lnTo>
                    <a:lnTo>
                      <a:pt x="3485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2"/>
              <p:cNvSpPr/>
              <p:nvPr/>
            </p:nvSpPr>
            <p:spPr>
              <a:xfrm>
                <a:off x="1687682" y="4386932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1" y="1631"/>
                    </a:lnTo>
                    <a:lnTo>
                      <a:pt x="326" y="2048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2"/>
              <p:cNvSpPr/>
              <p:nvPr/>
            </p:nvSpPr>
            <p:spPr>
              <a:xfrm>
                <a:off x="1747868" y="441319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2"/>
              <p:cNvSpPr/>
              <p:nvPr/>
            </p:nvSpPr>
            <p:spPr>
              <a:xfrm>
                <a:off x="1809670" y="454266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22"/>
              <p:cNvSpPr/>
              <p:nvPr/>
            </p:nvSpPr>
            <p:spPr>
              <a:xfrm>
                <a:off x="1869856" y="456904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0" y="2476"/>
                    </a:lnTo>
                    <a:lnTo>
                      <a:pt x="326" y="2892"/>
                    </a:lnTo>
                    <a:lnTo>
                      <a:pt x="3484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22"/>
              <p:cNvSpPr/>
              <p:nvPr/>
            </p:nvSpPr>
            <p:spPr>
              <a:xfrm>
                <a:off x="1936743" y="4704974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8" y="2048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2"/>
              <p:cNvSpPr/>
              <p:nvPr/>
            </p:nvSpPr>
            <p:spPr>
              <a:xfrm>
                <a:off x="1996870" y="4731298"/>
                <a:ext cx="208559" cy="172961"/>
              </a:xfrm>
              <a:custGeom>
                <a:rect b="b" l="l" r="r" t="t"/>
                <a:pathLst>
                  <a:path extrusionOk="0" h="2891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7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22"/>
              <p:cNvSpPr/>
              <p:nvPr/>
            </p:nvSpPr>
            <p:spPr>
              <a:xfrm>
                <a:off x="2058731" y="4860585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2"/>
              <p:cNvSpPr/>
              <p:nvPr/>
            </p:nvSpPr>
            <p:spPr>
              <a:xfrm>
                <a:off x="2118918" y="4887088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2"/>
              <p:cNvSpPr/>
              <p:nvPr/>
            </p:nvSpPr>
            <p:spPr>
              <a:xfrm>
                <a:off x="2180779" y="5016375"/>
                <a:ext cx="144065" cy="122587"/>
              </a:xfrm>
              <a:custGeom>
                <a:rect b="b" l="l" r="r" t="t"/>
                <a:pathLst>
                  <a:path extrusionOk="0" h="2049" w="2408">
                    <a:moveTo>
                      <a:pt x="2082" y="0"/>
                    </a:moveTo>
                    <a:lnTo>
                      <a:pt x="0" y="1631"/>
                    </a:lnTo>
                    <a:lnTo>
                      <a:pt x="326" y="2049"/>
                    </a:lnTo>
                    <a:lnTo>
                      <a:pt x="2408" y="416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0" name="Google Shape;520;p22"/>
            <p:cNvSpPr/>
            <p:nvPr/>
          </p:nvSpPr>
          <p:spPr>
            <a:xfrm rot="745963">
              <a:off x="-551427" y="2603875"/>
              <a:ext cx="2308604" cy="2940600"/>
            </a:xfrm>
            <a:custGeom>
              <a:rect b="b" l="l" r="r" t="t"/>
              <a:pathLst>
                <a:path extrusionOk="0" h="49153" w="38589">
                  <a:moveTo>
                    <a:pt x="209" y="0"/>
                  </a:moveTo>
                  <a:lnTo>
                    <a:pt x="0" y="164"/>
                  </a:lnTo>
                  <a:lnTo>
                    <a:pt x="38379" y="49153"/>
                  </a:lnTo>
                  <a:lnTo>
                    <a:pt x="38588" y="48991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1" name="Google Shape;521;p22"/>
          <p:cNvGrpSpPr/>
          <p:nvPr/>
        </p:nvGrpSpPr>
        <p:grpSpPr>
          <a:xfrm>
            <a:off x="975625" y="1574596"/>
            <a:ext cx="7020761" cy="2451554"/>
            <a:chOff x="1021550" y="1583496"/>
            <a:chExt cx="7020761" cy="2451554"/>
          </a:xfrm>
        </p:grpSpPr>
        <p:sp>
          <p:nvSpPr>
            <p:cNvPr id="522" name="Google Shape;522;p22"/>
            <p:cNvSpPr/>
            <p:nvPr/>
          </p:nvSpPr>
          <p:spPr>
            <a:xfrm rot="-5400000">
              <a:off x="6492231" y="2484970"/>
              <a:ext cx="1328229" cy="1771931"/>
            </a:xfrm>
            <a:custGeom>
              <a:rect b="b" l="l" r="r" t="t"/>
              <a:pathLst>
                <a:path extrusionOk="0" h="9608" w="7202">
                  <a:moveTo>
                    <a:pt x="1" y="1"/>
                  </a:moveTo>
                  <a:lnTo>
                    <a:pt x="1" y="9607"/>
                  </a:lnTo>
                  <a:lnTo>
                    <a:pt x="3602" y="7391"/>
                  </a:lnTo>
                  <a:lnTo>
                    <a:pt x="7201" y="9607"/>
                  </a:lnTo>
                  <a:lnTo>
                    <a:pt x="72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2"/>
            <p:cNvSpPr/>
            <p:nvPr/>
          </p:nvSpPr>
          <p:spPr>
            <a:xfrm rot="-5400000">
              <a:off x="1243494" y="2484878"/>
              <a:ext cx="1328229" cy="1772116"/>
            </a:xfrm>
            <a:custGeom>
              <a:rect b="b" l="l" r="r" t="t"/>
              <a:pathLst>
                <a:path extrusionOk="0" h="9609" w="7202">
                  <a:moveTo>
                    <a:pt x="1" y="1"/>
                  </a:moveTo>
                  <a:lnTo>
                    <a:pt x="1" y="9609"/>
                  </a:lnTo>
                  <a:lnTo>
                    <a:pt x="7201" y="9609"/>
                  </a:lnTo>
                  <a:lnTo>
                    <a:pt x="7201" y="1"/>
                  </a:lnTo>
                  <a:lnTo>
                    <a:pt x="3602" y="22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2"/>
            <p:cNvSpPr/>
            <p:nvPr/>
          </p:nvSpPr>
          <p:spPr>
            <a:xfrm rot="-5400000">
              <a:off x="3542415" y="-101935"/>
              <a:ext cx="1979051" cy="5349912"/>
            </a:xfrm>
            <a:custGeom>
              <a:rect b="b" l="l" r="r" t="t"/>
              <a:pathLst>
                <a:path extrusionOk="0" h="29009" w="7201">
                  <a:moveTo>
                    <a:pt x="0" y="0"/>
                  </a:moveTo>
                  <a:lnTo>
                    <a:pt x="0" y="29009"/>
                  </a:lnTo>
                  <a:lnTo>
                    <a:pt x="7200" y="29009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5" name="Google Shape;525;p22"/>
          <p:cNvSpPr/>
          <p:nvPr/>
        </p:nvSpPr>
        <p:spPr>
          <a:xfrm rot="5437877">
            <a:off x="4183373" y="1321932"/>
            <a:ext cx="777266" cy="578578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 rot="-5400000">
            <a:off x="6532306" y="2404845"/>
            <a:ext cx="1328229" cy="1771931"/>
          </a:xfrm>
          <a:custGeom>
            <a:rect b="b" l="l" r="r" t="t"/>
            <a:pathLst>
              <a:path extrusionOk="0" h="9608" w="7202">
                <a:moveTo>
                  <a:pt x="1" y="1"/>
                </a:moveTo>
                <a:lnTo>
                  <a:pt x="1" y="9607"/>
                </a:lnTo>
                <a:lnTo>
                  <a:pt x="3602" y="7391"/>
                </a:lnTo>
                <a:lnTo>
                  <a:pt x="7201" y="9607"/>
                </a:lnTo>
                <a:lnTo>
                  <a:pt x="720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2"/>
          <p:cNvSpPr/>
          <p:nvPr/>
        </p:nvSpPr>
        <p:spPr>
          <a:xfrm rot="-5400000">
            <a:off x="6542363" y="3250336"/>
            <a:ext cx="472681" cy="936497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2"/>
          <p:cNvSpPr/>
          <p:nvPr/>
        </p:nvSpPr>
        <p:spPr>
          <a:xfrm rot="-5400000">
            <a:off x="6148523" y="2788628"/>
            <a:ext cx="1328229" cy="1004365"/>
          </a:xfrm>
          <a:custGeom>
            <a:rect b="b" l="l" r="r" t="t"/>
            <a:pathLst>
              <a:path extrusionOk="0" h="5446" w="7202">
                <a:moveTo>
                  <a:pt x="1" y="1"/>
                </a:moveTo>
                <a:lnTo>
                  <a:pt x="1" y="703"/>
                </a:lnTo>
                <a:lnTo>
                  <a:pt x="2393" y="5446"/>
                </a:lnTo>
                <a:lnTo>
                  <a:pt x="7201" y="5446"/>
                </a:lnTo>
                <a:lnTo>
                  <a:pt x="7201" y="5078"/>
                </a:lnTo>
                <a:lnTo>
                  <a:pt x="2562" y="5078"/>
                </a:ln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2"/>
          <p:cNvSpPr/>
          <p:nvPr/>
        </p:nvSpPr>
        <p:spPr>
          <a:xfrm rot="-5400000">
            <a:off x="1283569" y="2404753"/>
            <a:ext cx="1328229" cy="1772116"/>
          </a:xfrm>
          <a:custGeom>
            <a:rect b="b" l="l" r="r" t="t"/>
            <a:pathLst>
              <a:path extrusionOk="0" h="9609" w="7202">
                <a:moveTo>
                  <a:pt x="1" y="1"/>
                </a:moveTo>
                <a:lnTo>
                  <a:pt x="1" y="9609"/>
                </a:lnTo>
                <a:lnTo>
                  <a:pt x="7201" y="9609"/>
                </a:lnTo>
                <a:lnTo>
                  <a:pt x="7201" y="1"/>
                </a:lnTo>
                <a:lnTo>
                  <a:pt x="3602" y="2217"/>
                </a:ln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2"/>
          <p:cNvSpPr/>
          <p:nvPr/>
        </p:nvSpPr>
        <p:spPr>
          <a:xfrm rot="-5400000">
            <a:off x="3582490" y="-182060"/>
            <a:ext cx="1979051" cy="5349912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2"/>
          <p:cNvSpPr/>
          <p:nvPr/>
        </p:nvSpPr>
        <p:spPr>
          <a:xfrm rot="-5400000">
            <a:off x="2129056" y="3250243"/>
            <a:ext cx="472681" cy="936682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2"/>
          <p:cNvSpPr/>
          <p:nvPr/>
        </p:nvSpPr>
        <p:spPr>
          <a:xfrm rot="-5400000">
            <a:off x="1667441" y="2788628"/>
            <a:ext cx="1328229" cy="1004365"/>
          </a:xfrm>
          <a:custGeom>
            <a:rect b="b" l="l" r="r" t="t"/>
            <a:pathLst>
              <a:path extrusionOk="0" h="5446" w="7202">
                <a:moveTo>
                  <a:pt x="2393" y="1"/>
                </a:moveTo>
                <a:lnTo>
                  <a:pt x="1" y="4742"/>
                </a:lnTo>
                <a:lnTo>
                  <a:pt x="1" y="5446"/>
                </a:lnTo>
                <a:lnTo>
                  <a:pt x="2562" y="367"/>
                </a:lnTo>
                <a:lnTo>
                  <a:pt x="7201" y="367"/>
                </a:lnTo>
                <a:lnTo>
                  <a:pt x="720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 rot="5437877">
            <a:off x="4371060" y="1289530"/>
            <a:ext cx="533936" cy="394216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2"/>
          <p:cNvSpPr txBox="1"/>
          <p:nvPr>
            <p:ph type="title"/>
          </p:nvPr>
        </p:nvSpPr>
        <p:spPr>
          <a:xfrm>
            <a:off x="1956763" y="1503350"/>
            <a:ext cx="5230500" cy="19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b="1"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35" name="Google Shape;535;p22"/>
          <p:cNvSpPr/>
          <p:nvPr/>
        </p:nvSpPr>
        <p:spPr>
          <a:xfrm>
            <a:off x="-25075" y="-22497"/>
            <a:ext cx="1461296" cy="1875030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2"/>
          <p:cNvSpPr/>
          <p:nvPr/>
        </p:nvSpPr>
        <p:spPr>
          <a:xfrm>
            <a:off x="-25075" y="-22497"/>
            <a:ext cx="1735304" cy="1605660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7" name="Google Shape;537;p22"/>
          <p:cNvGrpSpPr/>
          <p:nvPr/>
        </p:nvGrpSpPr>
        <p:grpSpPr>
          <a:xfrm rot="8999903">
            <a:off x="3745595" y="4336007"/>
            <a:ext cx="263669" cy="263589"/>
            <a:chOff x="4028549" y="3239505"/>
            <a:chExt cx="131381" cy="131321"/>
          </a:xfrm>
        </p:grpSpPr>
        <p:sp>
          <p:nvSpPr>
            <p:cNvPr id="538" name="Google Shape;538;p22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0" name="Google Shape;540;p22"/>
          <p:cNvSpPr/>
          <p:nvPr/>
        </p:nvSpPr>
        <p:spPr>
          <a:xfrm>
            <a:off x="7996363" y="713673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1" name="Google Shape;541;p22"/>
          <p:cNvGrpSpPr/>
          <p:nvPr/>
        </p:nvGrpSpPr>
        <p:grpSpPr>
          <a:xfrm>
            <a:off x="8231164" y="539509"/>
            <a:ext cx="189773" cy="174158"/>
            <a:chOff x="6476077" y="96834"/>
            <a:chExt cx="189773" cy="174158"/>
          </a:xfrm>
        </p:grpSpPr>
        <p:sp>
          <p:nvSpPr>
            <p:cNvPr id="542" name="Google Shape;542;p22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AND_BODY_2_2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3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3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3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3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9" name="Google Shape;549;p23"/>
          <p:cNvSpPr txBox="1"/>
          <p:nvPr>
            <p:ph idx="1" type="subTitle"/>
          </p:nvPr>
        </p:nvSpPr>
        <p:spPr>
          <a:xfrm>
            <a:off x="713225" y="3975725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p23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713296" y="3717525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52" name="Google Shape;552;p23"/>
          <p:cNvSpPr txBox="1"/>
          <p:nvPr>
            <p:ph idx="3" type="subTitle"/>
          </p:nvPr>
        </p:nvSpPr>
        <p:spPr>
          <a:xfrm>
            <a:off x="3454133" y="3975725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23"/>
          <p:cNvSpPr txBox="1"/>
          <p:nvPr>
            <p:ph idx="4" type="subTitle"/>
          </p:nvPr>
        </p:nvSpPr>
        <p:spPr>
          <a:xfrm>
            <a:off x="3454208" y="3717525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54" name="Google Shape;554;p23"/>
          <p:cNvSpPr txBox="1"/>
          <p:nvPr>
            <p:ph idx="5" type="subTitle"/>
          </p:nvPr>
        </p:nvSpPr>
        <p:spPr>
          <a:xfrm>
            <a:off x="6195054" y="3975725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23"/>
          <p:cNvSpPr txBox="1"/>
          <p:nvPr>
            <p:ph idx="6" type="subTitle"/>
          </p:nvPr>
        </p:nvSpPr>
        <p:spPr>
          <a:xfrm>
            <a:off x="6195133" y="3717525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56" name="Google Shape;556;p23"/>
          <p:cNvSpPr txBox="1"/>
          <p:nvPr>
            <p:ph idx="7" type="subTitle"/>
          </p:nvPr>
        </p:nvSpPr>
        <p:spPr>
          <a:xfrm>
            <a:off x="713225" y="2206813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p23"/>
          <p:cNvSpPr txBox="1"/>
          <p:nvPr>
            <p:ph idx="8" type="subTitle"/>
          </p:nvPr>
        </p:nvSpPr>
        <p:spPr>
          <a:xfrm>
            <a:off x="713296" y="1948613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58" name="Google Shape;558;p23"/>
          <p:cNvSpPr txBox="1"/>
          <p:nvPr>
            <p:ph idx="9" type="subTitle"/>
          </p:nvPr>
        </p:nvSpPr>
        <p:spPr>
          <a:xfrm>
            <a:off x="3454133" y="2206813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23"/>
          <p:cNvSpPr txBox="1"/>
          <p:nvPr>
            <p:ph idx="13" type="subTitle"/>
          </p:nvPr>
        </p:nvSpPr>
        <p:spPr>
          <a:xfrm>
            <a:off x="3454208" y="1948613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60" name="Google Shape;560;p23"/>
          <p:cNvSpPr txBox="1"/>
          <p:nvPr>
            <p:ph idx="14" type="subTitle"/>
          </p:nvPr>
        </p:nvSpPr>
        <p:spPr>
          <a:xfrm>
            <a:off x="6195054" y="2206813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1" name="Google Shape;561;p23"/>
          <p:cNvSpPr txBox="1"/>
          <p:nvPr>
            <p:ph idx="15" type="subTitle"/>
          </p:nvPr>
        </p:nvSpPr>
        <p:spPr>
          <a:xfrm>
            <a:off x="6195133" y="1948613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562" name="Google Shape;562;p23"/>
          <p:cNvGrpSpPr/>
          <p:nvPr/>
        </p:nvGrpSpPr>
        <p:grpSpPr>
          <a:xfrm>
            <a:off x="8704338" y="4723300"/>
            <a:ext cx="218131" cy="228540"/>
            <a:chOff x="1567788" y="4831150"/>
            <a:chExt cx="218131" cy="228540"/>
          </a:xfrm>
        </p:grpSpPr>
        <p:sp>
          <p:nvSpPr>
            <p:cNvPr id="563" name="Google Shape;563;p23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3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3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3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3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3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1" name="Google Shape;571;p23"/>
          <p:cNvGrpSpPr/>
          <p:nvPr/>
        </p:nvGrpSpPr>
        <p:grpSpPr>
          <a:xfrm rot="-9900032">
            <a:off x="176837" y="4705779"/>
            <a:ext cx="263666" cy="263587"/>
            <a:chOff x="4028549" y="3239505"/>
            <a:chExt cx="131381" cy="131321"/>
          </a:xfrm>
        </p:grpSpPr>
        <p:sp>
          <p:nvSpPr>
            <p:cNvPr id="572" name="Google Shape;572;p23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3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_ONLY_2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4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4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4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9" name="Google Shape;579;p24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4"/>
          <p:cNvSpPr/>
          <p:nvPr/>
        </p:nvSpPr>
        <p:spPr>
          <a:xfrm rot="4499988">
            <a:off x="358896" y="4426812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1" name="Google Shape;581;p24"/>
          <p:cNvGrpSpPr/>
          <p:nvPr/>
        </p:nvGrpSpPr>
        <p:grpSpPr>
          <a:xfrm rot="8413903">
            <a:off x="149826" y="4677798"/>
            <a:ext cx="263672" cy="263580"/>
            <a:chOff x="4028549" y="3239505"/>
            <a:chExt cx="131381" cy="131321"/>
          </a:xfrm>
        </p:grpSpPr>
        <p:sp>
          <p:nvSpPr>
            <p:cNvPr id="582" name="Google Shape;582;p24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4" name="Google Shape;584;p24"/>
          <p:cNvSpPr txBox="1"/>
          <p:nvPr>
            <p:ph idx="1" type="subTitle"/>
          </p:nvPr>
        </p:nvSpPr>
        <p:spPr>
          <a:xfrm>
            <a:off x="713225" y="3642000"/>
            <a:ext cx="19851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24"/>
          <p:cNvSpPr txBox="1"/>
          <p:nvPr>
            <p:ph idx="2" type="subTitle"/>
          </p:nvPr>
        </p:nvSpPr>
        <p:spPr>
          <a:xfrm>
            <a:off x="713288" y="3383800"/>
            <a:ext cx="19851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86" name="Google Shape;586;p24"/>
          <p:cNvSpPr txBox="1"/>
          <p:nvPr>
            <p:ph idx="3" type="subTitle"/>
          </p:nvPr>
        </p:nvSpPr>
        <p:spPr>
          <a:xfrm>
            <a:off x="713225" y="2389000"/>
            <a:ext cx="19851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24"/>
          <p:cNvSpPr txBox="1"/>
          <p:nvPr>
            <p:ph idx="4" type="subTitle"/>
          </p:nvPr>
        </p:nvSpPr>
        <p:spPr>
          <a:xfrm>
            <a:off x="713288" y="2130800"/>
            <a:ext cx="19851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88" name="Google Shape;588;p24"/>
          <p:cNvSpPr txBox="1"/>
          <p:nvPr>
            <p:ph idx="5" type="subTitle"/>
          </p:nvPr>
        </p:nvSpPr>
        <p:spPr>
          <a:xfrm>
            <a:off x="6445474" y="3642000"/>
            <a:ext cx="19851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24"/>
          <p:cNvSpPr txBox="1"/>
          <p:nvPr>
            <p:ph idx="6" type="subTitle"/>
          </p:nvPr>
        </p:nvSpPr>
        <p:spPr>
          <a:xfrm>
            <a:off x="6445537" y="3383800"/>
            <a:ext cx="19851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90" name="Google Shape;590;p24"/>
          <p:cNvSpPr txBox="1"/>
          <p:nvPr>
            <p:ph idx="7" type="subTitle"/>
          </p:nvPr>
        </p:nvSpPr>
        <p:spPr>
          <a:xfrm>
            <a:off x="6445474" y="2389000"/>
            <a:ext cx="19851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p24"/>
          <p:cNvSpPr txBox="1"/>
          <p:nvPr>
            <p:ph idx="8" type="subTitle"/>
          </p:nvPr>
        </p:nvSpPr>
        <p:spPr>
          <a:xfrm>
            <a:off x="6445537" y="2130800"/>
            <a:ext cx="19851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92" name="Google Shape;592;p24"/>
          <p:cNvSpPr txBox="1"/>
          <p:nvPr>
            <p:ph hasCustomPrompt="1" idx="9" type="title"/>
          </p:nvPr>
        </p:nvSpPr>
        <p:spPr>
          <a:xfrm>
            <a:off x="3203900" y="2130800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3" name="Google Shape;593;p24"/>
          <p:cNvSpPr txBox="1"/>
          <p:nvPr>
            <p:ph hasCustomPrompt="1" idx="13" type="title"/>
          </p:nvPr>
        </p:nvSpPr>
        <p:spPr>
          <a:xfrm>
            <a:off x="3203900" y="3431475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4" name="Google Shape;594;p24"/>
          <p:cNvSpPr txBox="1"/>
          <p:nvPr>
            <p:ph hasCustomPrompt="1" idx="14" type="title"/>
          </p:nvPr>
        </p:nvSpPr>
        <p:spPr>
          <a:xfrm>
            <a:off x="4893325" y="2130800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5" name="Google Shape;595;p24"/>
          <p:cNvSpPr txBox="1"/>
          <p:nvPr>
            <p:ph hasCustomPrompt="1" idx="15" type="title"/>
          </p:nvPr>
        </p:nvSpPr>
        <p:spPr>
          <a:xfrm>
            <a:off x="4893325" y="3431475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TITLE_ONLY_3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5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5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5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5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1" name="Google Shape;601;p25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 rot="4499988">
            <a:off x="358896" y="4426812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3" name="Google Shape;603;p25"/>
          <p:cNvGrpSpPr/>
          <p:nvPr/>
        </p:nvGrpSpPr>
        <p:grpSpPr>
          <a:xfrm rot="8413903">
            <a:off x="149826" y="4677798"/>
            <a:ext cx="263672" cy="263580"/>
            <a:chOff x="4028549" y="3239505"/>
            <a:chExt cx="131381" cy="131321"/>
          </a:xfrm>
        </p:grpSpPr>
        <p:sp>
          <p:nvSpPr>
            <p:cNvPr id="604" name="Google Shape;604;p25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5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25"/>
          <p:cNvSpPr txBox="1"/>
          <p:nvPr>
            <p:ph idx="1" type="subTitle"/>
          </p:nvPr>
        </p:nvSpPr>
        <p:spPr>
          <a:xfrm>
            <a:off x="770300" y="2579650"/>
            <a:ext cx="168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25"/>
          <p:cNvSpPr txBox="1"/>
          <p:nvPr>
            <p:ph idx="2" type="subTitle"/>
          </p:nvPr>
        </p:nvSpPr>
        <p:spPr>
          <a:xfrm>
            <a:off x="770353" y="2321450"/>
            <a:ext cx="1680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08" name="Google Shape;608;p25"/>
          <p:cNvSpPr txBox="1"/>
          <p:nvPr>
            <p:ph idx="3" type="subTitle"/>
          </p:nvPr>
        </p:nvSpPr>
        <p:spPr>
          <a:xfrm>
            <a:off x="2684475" y="2579650"/>
            <a:ext cx="168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25"/>
          <p:cNvSpPr txBox="1"/>
          <p:nvPr>
            <p:ph idx="4" type="subTitle"/>
          </p:nvPr>
        </p:nvSpPr>
        <p:spPr>
          <a:xfrm>
            <a:off x="2684528" y="2321450"/>
            <a:ext cx="1680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10" name="Google Shape;610;p25"/>
          <p:cNvSpPr txBox="1"/>
          <p:nvPr>
            <p:ph idx="5" type="subTitle"/>
          </p:nvPr>
        </p:nvSpPr>
        <p:spPr>
          <a:xfrm>
            <a:off x="4834250" y="2579650"/>
            <a:ext cx="168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25"/>
          <p:cNvSpPr txBox="1"/>
          <p:nvPr>
            <p:ph idx="6" type="subTitle"/>
          </p:nvPr>
        </p:nvSpPr>
        <p:spPr>
          <a:xfrm>
            <a:off x="4834303" y="2321450"/>
            <a:ext cx="1680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12" name="Google Shape;612;p25"/>
          <p:cNvSpPr txBox="1"/>
          <p:nvPr>
            <p:ph idx="7" type="subTitle"/>
          </p:nvPr>
        </p:nvSpPr>
        <p:spPr>
          <a:xfrm>
            <a:off x="6687325" y="2579650"/>
            <a:ext cx="168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3" name="Google Shape;613;p25"/>
          <p:cNvSpPr txBox="1"/>
          <p:nvPr>
            <p:ph idx="8" type="subTitle"/>
          </p:nvPr>
        </p:nvSpPr>
        <p:spPr>
          <a:xfrm>
            <a:off x="6687378" y="2321450"/>
            <a:ext cx="1680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APTION_ONLY_1_2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6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6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6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6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9" name="Google Shape;619;p26"/>
          <p:cNvGrpSpPr/>
          <p:nvPr/>
        </p:nvGrpSpPr>
        <p:grpSpPr>
          <a:xfrm>
            <a:off x="4280963" y="4723225"/>
            <a:ext cx="218131" cy="228540"/>
            <a:chOff x="1567788" y="4831150"/>
            <a:chExt cx="218131" cy="228540"/>
          </a:xfrm>
        </p:grpSpPr>
        <p:sp>
          <p:nvSpPr>
            <p:cNvPr id="620" name="Google Shape;620;p26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6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6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6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6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6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6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6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8" name="Google Shape;628;p26"/>
          <p:cNvGrpSpPr/>
          <p:nvPr/>
        </p:nvGrpSpPr>
        <p:grpSpPr>
          <a:xfrm>
            <a:off x="4572000" y="4705711"/>
            <a:ext cx="263669" cy="263588"/>
            <a:chOff x="4028549" y="3239505"/>
            <a:chExt cx="131381" cy="131321"/>
          </a:xfrm>
        </p:grpSpPr>
        <p:sp>
          <p:nvSpPr>
            <p:cNvPr id="629" name="Google Shape;629;p26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6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1" name="Google Shape;631;p26"/>
          <p:cNvSpPr txBox="1"/>
          <p:nvPr>
            <p:ph idx="1" type="subTitle"/>
          </p:nvPr>
        </p:nvSpPr>
        <p:spPr>
          <a:xfrm>
            <a:off x="1569375" y="2376600"/>
            <a:ext cx="2235600" cy="10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32" name="Google Shape;632;p26"/>
          <p:cNvSpPr txBox="1"/>
          <p:nvPr>
            <p:ph idx="2" type="subTitle"/>
          </p:nvPr>
        </p:nvSpPr>
        <p:spPr>
          <a:xfrm>
            <a:off x="5450800" y="2376600"/>
            <a:ext cx="22356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26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APTION_ONLY_1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7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7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7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27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0" name="Google Shape;640;p27"/>
          <p:cNvGrpSpPr/>
          <p:nvPr/>
        </p:nvGrpSpPr>
        <p:grpSpPr>
          <a:xfrm>
            <a:off x="4280963" y="4723225"/>
            <a:ext cx="218131" cy="228540"/>
            <a:chOff x="1567788" y="4831150"/>
            <a:chExt cx="218131" cy="228540"/>
          </a:xfrm>
        </p:grpSpPr>
        <p:sp>
          <p:nvSpPr>
            <p:cNvPr id="641" name="Google Shape;641;p27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9" name="Google Shape;649;p27"/>
          <p:cNvGrpSpPr/>
          <p:nvPr/>
        </p:nvGrpSpPr>
        <p:grpSpPr>
          <a:xfrm>
            <a:off x="4572000" y="4705711"/>
            <a:ext cx="263669" cy="263588"/>
            <a:chOff x="4028549" y="3239505"/>
            <a:chExt cx="131381" cy="131321"/>
          </a:xfrm>
        </p:grpSpPr>
        <p:sp>
          <p:nvSpPr>
            <p:cNvPr id="650" name="Google Shape;650;p27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s">
  <p:cSld name="BIG_NUMBER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8"/>
          <p:cNvSpPr/>
          <p:nvPr/>
        </p:nvSpPr>
        <p:spPr>
          <a:xfrm rot="2145717">
            <a:off x="4244072" y="383010"/>
            <a:ext cx="656969" cy="489043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8"/>
          <p:cNvSpPr/>
          <p:nvPr/>
        </p:nvSpPr>
        <p:spPr>
          <a:xfrm rot="5437919">
            <a:off x="4243613" y="2491623"/>
            <a:ext cx="656962" cy="489042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8"/>
          <p:cNvSpPr/>
          <p:nvPr/>
        </p:nvSpPr>
        <p:spPr>
          <a:xfrm rot="-5400000">
            <a:off x="6519938" y="1765211"/>
            <a:ext cx="472681" cy="936497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8"/>
          <p:cNvSpPr/>
          <p:nvPr/>
        </p:nvSpPr>
        <p:spPr>
          <a:xfrm rot="-5400000">
            <a:off x="3846731" y="-1380488"/>
            <a:ext cx="1457806" cy="5297769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8"/>
          <p:cNvSpPr/>
          <p:nvPr/>
        </p:nvSpPr>
        <p:spPr>
          <a:xfrm rot="-5400000">
            <a:off x="2151481" y="1765118"/>
            <a:ext cx="472681" cy="936682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8"/>
          <p:cNvSpPr txBox="1"/>
          <p:nvPr>
            <p:ph hasCustomPrompt="1" type="title"/>
          </p:nvPr>
        </p:nvSpPr>
        <p:spPr>
          <a:xfrm>
            <a:off x="1919475" y="613674"/>
            <a:ext cx="5260200" cy="11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9" name="Google Shape;659;p28"/>
          <p:cNvSpPr/>
          <p:nvPr/>
        </p:nvSpPr>
        <p:spPr>
          <a:xfrm>
            <a:off x="3867074" y="4718358"/>
            <a:ext cx="895699" cy="1418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8"/>
          <p:cNvSpPr/>
          <p:nvPr/>
        </p:nvSpPr>
        <p:spPr>
          <a:xfrm>
            <a:off x="4259025" y="4798743"/>
            <a:ext cx="1017906" cy="145845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8"/>
          <p:cNvSpPr txBox="1"/>
          <p:nvPr>
            <p:ph idx="1" type="subTitle"/>
          </p:nvPr>
        </p:nvSpPr>
        <p:spPr>
          <a:xfrm>
            <a:off x="1924434" y="1598200"/>
            <a:ext cx="5257800" cy="3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28"/>
          <p:cNvSpPr/>
          <p:nvPr/>
        </p:nvSpPr>
        <p:spPr>
          <a:xfrm>
            <a:off x="427491" y="2246039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8"/>
          <p:cNvSpPr/>
          <p:nvPr/>
        </p:nvSpPr>
        <p:spPr>
          <a:xfrm rot="-5400000">
            <a:off x="6519938" y="3894836"/>
            <a:ext cx="472681" cy="936497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3846731" y="749137"/>
            <a:ext cx="1457806" cy="5297769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8"/>
          <p:cNvSpPr/>
          <p:nvPr/>
        </p:nvSpPr>
        <p:spPr>
          <a:xfrm rot="-5400000">
            <a:off x="2151481" y="3894743"/>
            <a:ext cx="472681" cy="936682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8"/>
          <p:cNvSpPr txBox="1"/>
          <p:nvPr>
            <p:ph hasCustomPrompt="1" idx="2" type="title"/>
          </p:nvPr>
        </p:nvSpPr>
        <p:spPr>
          <a:xfrm>
            <a:off x="1919475" y="2743299"/>
            <a:ext cx="5260200" cy="11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7" name="Google Shape;667;p28"/>
          <p:cNvSpPr txBox="1"/>
          <p:nvPr>
            <p:ph idx="3" type="subTitle"/>
          </p:nvPr>
        </p:nvSpPr>
        <p:spPr>
          <a:xfrm>
            <a:off x="1924434" y="3727825"/>
            <a:ext cx="5257800" cy="3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28"/>
          <p:cNvSpPr/>
          <p:nvPr/>
        </p:nvSpPr>
        <p:spPr>
          <a:xfrm rot="5437919">
            <a:off x="4402253" y="2464238"/>
            <a:ext cx="451295" cy="333211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8"/>
          <p:cNvSpPr/>
          <p:nvPr/>
        </p:nvSpPr>
        <p:spPr>
          <a:xfrm rot="2145717">
            <a:off x="4292900" y="354691"/>
            <a:ext cx="451299" cy="333211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0" name="Google Shape;670;p28"/>
          <p:cNvGrpSpPr/>
          <p:nvPr/>
        </p:nvGrpSpPr>
        <p:grpSpPr>
          <a:xfrm rot="-1079587">
            <a:off x="7471461" y="1539048"/>
            <a:ext cx="1918630" cy="2065415"/>
            <a:chOff x="5610224" y="3202528"/>
            <a:chExt cx="1340580" cy="1517079"/>
          </a:xfrm>
        </p:grpSpPr>
        <p:sp>
          <p:nvSpPr>
            <p:cNvPr id="671" name="Google Shape;671;p28"/>
            <p:cNvSpPr/>
            <p:nvPr/>
          </p:nvSpPr>
          <p:spPr>
            <a:xfrm>
              <a:off x="5827002" y="3225738"/>
              <a:ext cx="1119465" cy="1243111"/>
            </a:xfrm>
            <a:custGeom>
              <a:rect b="b" l="l" r="r" t="t"/>
              <a:pathLst>
                <a:path extrusionOk="0" h="17192" w="15482">
                  <a:moveTo>
                    <a:pt x="12532" y="1"/>
                  </a:moveTo>
                  <a:cubicBezTo>
                    <a:pt x="12532" y="1"/>
                    <a:pt x="7602" y="5300"/>
                    <a:pt x="6033" y="7137"/>
                  </a:cubicBezTo>
                  <a:cubicBezTo>
                    <a:pt x="4463" y="8975"/>
                    <a:pt x="1" y="14672"/>
                    <a:pt x="1" y="14672"/>
                  </a:cubicBezTo>
                  <a:lnTo>
                    <a:pt x="2950" y="17192"/>
                  </a:lnTo>
                  <a:cubicBezTo>
                    <a:pt x="2950" y="17192"/>
                    <a:pt x="7918" y="11926"/>
                    <a:pt x="9488" y="10088"/>
                  </a:cubicBezTo>
                  <a:cubicBezTo>
                    <a:pt x="11057" y="8251"/>
                    <a:pt x="15482" y="2521"/>
                    <a:pt x="15482" y="2521"/>
                  </a:cubicBezTo>
                  <a:lnTo>
                    <a:pt x="125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5934595" y="3254083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8" y="0"/>
                  </a:moveTo>
                  <a:cubicBezTo>
                    <a:pt x="903" y="9281"/>
                    <a:pt x="926" y="9239"/>
                    <a:pt x="123" y="10823"/>
                  </a:cubicBezTo>
                  <a:cubicBezTo>
                    <a:pt x="0" y="11037"/>
                    <a:pt x="74" y="11165"/>
                    <a:pt x="263" y="11165"/>
                  </a:cubicBezTo>
                  <a:cubicBezTo>
                    <a:pt x="710" y="11165"/>
                    <a:pt x="1801" y="10444"/>
                    <a:pt x="2433" y="8433"/>
                  </a:cubicBezTo>
                  <a:cubicBezTo>
                    <a:pt x="4112" y="6308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5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6641834" y="3290453"/>
              <a:ext cx="250618" cy="223864"/>
            </a:xfrm>
            <a:custGeom>
              <a:rect b="b" l="l" r="r" t="t"/>
              <a:pathLst>
                <a:path extrusionOk="0" h="3096" w="3466">
                  <a:moveTo>
                    <a:pt x="434" y="1"/>
                  </a:moveTo>
                  <a:lnTo>
                    <a:pt x="0" y="470"/>
                  </a:lnTo>
                  <a:lnTo>
                    <a:pt x="3074" y="3095"/>
                  </a:lnTo>
                  <a:lnTo>
                    <a:pt x="3465" y="259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8"/>
            <p:cNvSpPr/>
            <p:nvPr/>
          </p:nvSpPr>
          <p:spPr>
            <a:xfrm>
              <a:off x="5703284" y="4353948"/>
              <a:ext cx="276359" cy="279830"/>
            </a:xfrm>
            <a:custGeom>
              <a:rect b="b" l="l" r="r" t="t"/>
              <a:pathLst>
                <a:path extrusionOk="0" h="3870" w="3822">
                  <a:moveTo>
                    <a:pt x="1386" y="0"/>
                  </a:moveTo>
                  <a:lnTo>
                    <a:pt x="0" y="2643"/>
                  </a:lnTo>
                  <a:lnTo>
                    <a:pt x="1437" y="3870"/>
                  </a:lnTo>
                  <a:lnTo>
                    <a:pt x="3822" y="2080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8"/>
            <p:cNvSpPr/>
            <p:nvPr/>
          </p:nvSpPr>
          <p:spPr>
            <a:xfrm>
              <a:off x="5657658" y="4556409"/>
              <a:ext cx="135866" cy="139337"/>
            </a:xfrm>
            <a:custGeom>
              <a:rect b="b" l="l" r="r" t="t"/>
              <a:pathLst>
                <a:path extrusionOk="0" h="1927" w="1879">
                  <a:moveTo>
                    <a:pt x="817" y="1"/>
                  </a:moveTo>
                  <a:lnTo>
                    <a:pt x="0" y="1368"/>
                  </a:lnTo>
                  <a:lnTo>
                    <a:pt x="656" y="1927"/>
                  </a:lnTo>
                  <a:lnTo>
                    <a:pt x="1878" y="908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8"/>
            <p:cNvSpPr/>
            <p:nvPr/>
          </p:nvSpPr>
          <p:spPr>
            <a:xfrm>
              <a:off x="5643413" y="4660893"/>
              <a:ext cx="55460" cy="58714"/>
            </a:xfrm>
            <a:custGeom>
              <a:rect b="b" l="l" r="r" t="t"/>
              <a:pathLst>
                <a:path extrusionOk="0" h="812" w="767">
                  <a:moveTo>
                    <a:pt x="288" y="0"/>
                  </a:moveTo>
                  <a:lnTo>
                    <a:pt x="13" y="698"/>
                  </a:lnTo>
                  <a:cubicBezTo>
                    <a:pt x="13" y="698"/>
                    <a:pt x="0" y="761"/>
                    <a:pt x="29" y="787"/>
                  </a:cubicBezTo>
                  <a:cubicBezTo>
                    <a:pt x="53" y="806"/>
                    <a:pt x="74" y="811"/>
                    <a:pt x="89" y="811"/>
                  </a:cubicBezTo>
                  <a:cubicBezTo>
                    <a:pt x="107" y="811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8"/>
            <p:cNvSpPr/>
            <p:nvPr/>
          </p:nvSpPr>
          <p:spPr>
            <a:xfrm>
              <a:off x="5794391" y="4292921"/>
              <a:ext cx="239410" cy="218079"/>
            </a:xfrm>
            <a:custGeom>
              <a:rect b="b" l="l" r="r" t="t"/>
              <a:pathLst>
                <a:path extrusionOk="0" h="3016" w="3311">
                  <a:moveTo>
                    <a:pt x="554" y="0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1" y="235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8"/>
            <p:cNvSpPr/>
            <p:nvPr/>
          </p:nvSpPr>
          <p:spPr>
            <a:xfrm>
              <a:off x="6752754" y="3224726"/>
              <a:ext cx="198050" cy="167103"/>
            </a:xfrm>
            <a:custGeom>
              <a:rect b="b" l="l" r="r" t="t"/>
              <a:pathLst>
                <a:path extrusionOk="0" h="2311" w="2739">
                  <a:moveTo>
                    <a:pt x="475" y="1"/>
                  </a:moveTo>
                  <a:cubicBezTo>
                    <a:pt x="255" y="1"/>
                    <a:pt x="1" y="247"/>
                    <a:pt x="1" y="247"/>
                  </a:cubicBezTo>
                  <a:lnTo>
                    <a:pt x="2416" y="2310"/>
                  </a:lnTo>
                  <a:cubicBezTo>
                    <a:pt x="2417" y="2310"/>
                    <a:pt x="2739" y="1855"/>
                    <a:pt x="2505" y="1656"/>
                  </a:cubicBezTo>
                  <a:cubicBezTo>
                    <a:pt x="2273" y="1457"/>
                    <a:pt x="867" y="256"/>
                    <a:pt x="633" y="57"/>
                  </a:cubicBezTo>
                  <a:cubicBezTo>
                    <a:pt x="586" y="17"/>
                    <a:pt x="532" y="1"/>
                    <a:pt x="4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8"/>
            <p:cNvSpPr/>
            <p:nvPr/>
          </p:nvSpPr>
          <p:spPr>
            <a:xfrm>
              <a:off x="5793741" y="3203612"/>
              <a:ext cx="1119609" cy="1243111"/>
            </a:xfrm>
            <a:custGeom>
              <a:rect b="b" l="l" r="r" t="t"/>
              <a:pathLst>
                <a:path extrusionOk="0" h="17192" w="15484">
                  <a:moveTo>
                    <a:pt x="12532" y="0"/>
                  </a:moveTo>
                  <a:cubicBezTo>
                    <a:pt x="12532" y="0"/>
                    <a:pt x="7604" y="5299"/>
                    <a:pt x="6034" y="7138"/>
                  </a:cubicBezTo>
                  <a:cubicBezTo>
                    <a:pt x="4464" y="8975"/>
                    <a:pt x="1" y="14672"/>
                    <a:pt x="1" y="14672"/>
                  </a:cubicBezTo>
                  <a:lnTo>
                    <a:pt x="2950" y="17191"/>
                  </a:lnTo>
                  <a:cubicBezTo>
                    <a:pt x="2950" y="17191"/>
                    <a:pt x="7918" y="11926"/>
                    <a:pt x="9488" y="10087"/>
                  </a:cubicBezTo>
                  <a:cubicBezTo>
                    <a:pt x="11057" y="8250"/>
                    <a:pt x="15483" y="2520"/>
                    <a:pt x="15483" y="2520"/>
                  </a:cubicBezTo>
                  <a:lnTo>
                    <a:pt x="125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8"/>
            <p:cNvSpPr/>
            <p:nvPr/>
          </p:nvSpPr>
          <p:spPr>
            <a:xfrm>
              <a:off x="5901334" y="3231884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9" y="0"/>
                  </a:moveTo>
                  <a:cubicBezTo>
                    <a:pt x="903" y="9282"/>
                    <a:pt x="926" y="9239"/>
                    <a:pt x="123" y="10824"/>
                  </a:cubicBezTo>
                  <a:cubicBezTo>
                    <a:pt x="1" y="11037"/>
                    <a:pt x="75" y="11165"/>
                    <a:pt x="264" y="11165"/>
                  </a:cubicBezTo>
                  <a:cubicBezTo>
                    <a:pt x="711" y="11165"/>
                    <a:pt x="1803" y="10444"/>
                    <a:pt x="2435" y="8433"/>
                  </a:cubicBezTo>
                  <a:cubicBezTo>
                    <a:pt x="4114" y="6310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6"/>
                  </a:lnTo>
                  <a:lnTo>
                    <a:pt x="93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8"/>
            <p:cNvSpPr/>
            <p:nvPr/>
          </p:nvSpPr>
          <p:spPr>
            <a:xfrm>
              <a:off x="6608573" y="3268327"/>
              <a:ext cx="250618" cy="223792"/>
            </a:xfrm>
            <a:custGeom>
              <a:rect b="b" l="l" r="r" t="t"/>
              <a:pathLst>
                <a:path extrusionOk="0" h="3095" w="3466">
                  <a:moveTo>
                    <a:pt x="434" y="0"/>
                  </a:moveTo>
                  <a:lnTo>
                    <a:pt x="0" y="469"/>
                  </a:lnTo>
                  <a:lnTo>
                    <a:pt x="3074" y="3094"/>
                  </a:lnTo>
                  <a:lnTo>
                    <a:pt x="3465" y="259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8"/>
            <p:cNvSpPr/>
            <p:nvPr/>
          </p:nvSpPr>
          <p:spPr>
            <a:xfrm>
              <a:off x="5670095" y="4331750"/>
              <a:ext cx="276287" cy="279902"/>
            </a:xfrm>
            <a:custGeom>
              <a:rect b="b" l="l" r="r" t="t"/>
              <a:pathLst>
                <a:path extrusionOk="0" h="3871" w="3821">
                  <a:moveTo>
                    <a:pt x="1386" y="1"/>
                  </a:moveTo>
                  <a:lnTo>
                    <a:pt x="1" y="2644"/>
                  </a:lnTo>
                  <a:lnTo>
                    <a:pt x="1436" y="3870"/>
                  </a:lnTo>
                  <a:lnTo>
                    <a:pt x="3821" y="2081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5624469" y="4534283"/>
              <a:ext cx="135866" cy="139409"/>
            </a:xfrm>
            <a:custGeom>
              <a:rect b="b" l="l" r="r" t="t"/>
              <a:pathLst>
                <a:path extrusionOk="0" h="1928" w="1879">
                  <a:moveTo>
                    <a:pt x="816" y="0"/>
                  </a:moveTo>
                  <a:lnTo>
                    <a:pt x="1" y="1367"/>
                  </a:lnTo>
                  <a:lnTo>
                    <a:pt x="655" y="1928"/>
                  </a:lnTo>
                  <a:lnTo>
                    <a:pt x="1879" y="908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8"/>
            <p:cNvSpPr/>
            <p:nvPr/>
          </p:nvSpPr>
          <p:spPr>
            <a:xfrm>
              <a:off x="5610224" y="4638694"/>
              <a:ext cx="55532" cy="58714"/>
            </a:xfrm>
            <a:custGeom>
              <a:rect b="b" l="l" r="r" t="t"/>
              <a:pathLst>
                <a:path extrusionOk="0" h="812" w="768">
                  <a:moveTo>
                    <a:pt x="287" y="0"/>
                  </a:moveTo>
                  <a:lnTo>
                    <a:pt x="14" y="698"/>
                  </a:lnTo>
                  <a:cubicBezTo>
                    <a:pt x="14" y="698"/>
                    <a:pt x="1" y="763"/>
                    <a:pt x="30" y="787"/>
                  </a:cubicBezTo>
                  <a:cubicBezTo>
                    <a:pt x="52" y="807"/>
                    <a:pt x="73" y="812"/>
                    <a:pt x="89" y="812"/>
                  </a:cubicBezTo>
                  <a:cubicBezTo>
                    <a:pt x="106" y="812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8"/>
            <p:cNvSpPr/>
            <p:nvPr/>
          </p:nvSpPr>
          <p:spPr>
            <a:xfrm>
              <a:off x="5761130" y="4270723"/>
              <a:ext cx="239555" cy="218079"/>
            </a:xfrm>
            <a:custGeom>
              <a:rect b="b" l="l" r="r" t="t"/>
              <a:pathLst>
                <a:path extrusionOk="0" h="3016" w="3313">
                  <a:moveTo>
                    <a:pt x="554" y="1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2" y="2356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6719637" y="3202528"/>
              <a:ext cx="197906" cy="167103"/>
            </a:xfrm>
            <a:custGeom>
              <a:rect b="b" l="l" r="r" t="t"/>
              <a:pathLst>
                <a:path extrusionOk="0" h="2311" w="2737">
                  <a:moveTo>
                    <a:pt x="474" y="1"/>
                  </a:moveTo>
                  <a:cubicBezTo>
                    <a:pt x="253" y="1"/>
                    <a:pt x="0" y="247"/>
                    <a:pt x="0" y="247"/>
                  </a:cubicBezTo>
                  <a:lnTo>
                    <a:pt x="2415" y="2311"/>
                  </a:lnTo>
                  <a:cubicBezTo>
                    <a:pt x="2415" y="2311"/>
                    <a:pt x="2737" y="1856"/>
                    <a:pt x="2505" y="1656"/>
                  </a:cubicBezTo>
                  <a:cubicBezTo>
                    <a:pt x="2271" y="1458"/>
                    <a:pt x="865" y="256"/>
                    <a:pt x="633" y="57"/>
                  </a:cubicBezTo>
                  <a:cubicBezTo>
                    <a:pt x="585" y="17"/>
                    <a:pt x="531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28"/>
          <p:cNvGrpSpPr/>
          <p:nvPr/>
        </p:nvGrpSpPr>
        <p:grpSpPr>
          <a:xfrm>
            <a:off x="713237" y="2119224"/>
            <a:ext cx="218071" cy="228481"/>
            <a:chOff x="4930687" y="3942774"/>
            <a:chExt cx="218071" cy="228481"/>
          </a:xfrm>
        </p:grpSpPr>
        <p:sp>
          <p:nvSpPr>
            <p:cNvPr id="688" name="Google Shape;688;p28"/>
            <p:cNvSpPr/>
            <p:nvPr/>
          </p:nvSpPr>
          <p:spPr>
            <a:xfrm>
              <a:off x="5054410" y="3942774"/>
              <a:ext cx="18307" cy="63597"/>
            </a:xfrm>
            <a:custGeom>
              <a:rect b="b" l="l" r="r" t="t"/>
              <a:pathLst>
                <a:path extrusionOk="0" h="1063" w="306">
                  <a:moveTo>
                    <a:pt x="153" y="0"/>
                  </a:moveTo>
                  <a:cubicBezTo>
                    <a:pt x="77" y="0"/>
                    <a:pt x="1" y="49"/>
                    <a:pt x="1" y="148"/>
                  </a:cubicBezTo>
                  <a:lnTo>
                    <a:pt x="1" y="915"/>
                  </a:lnTo>
                  <a:cubicBezTo>
                    <a:pt x="1" y="1013"/>
                    <a:pt x="77" y="1062"/>
                    <a:pt x="153" y="1062"/>
                  </a:cubicBezTo>
                  <a:cubicBezTo>
                    <a:pt x="230" y="1062"/>
                    <a:pt x="306" y="1013"/>
                    <a:pt x="306" y="915"/>
                  </a:cubicBezTo>
                  <a:lnTo>
                    <a:pt x="306" y="148"/>
                  </a:lnTo>
                  <a:cubicBezTo>
                    <a:pt x="306" y="49"/>
                    <a:pt x="230" y="0"/>
                    <a:pt x="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4990095" y="3970295"/>
              <a:ext cx="40503" cy="54742"/>
            </a:xfrm>
            <a:custGeom>
              <a:rect b="b" l="l" r="r" t="t"/>
              <a:pathLst>
                <a:path extrusionOk="0" h="915" w="677">
                  <a:moveTo>
                    <a:pt x="152" y="0"/>
                  </a:moveTo>
                  <a:cubicBezTo>
                    <a:pt x="75" y="0"/>
                    <a:pt x="0" y="49"/>
                    <a:pt x="4" y="148"/>
                  </a:cubicBezTo>
                  <a:cubicBezTo>
                    <a:pt x="11" y="408"/>
                    <a:pt x="178" y="685"/>
                    <a:pt x="354" y="868"/>
                  </a:cubicBezTo>
                  <a:cubicBezTo>
                    <a:pt x="386" y="901"/>
                    <a:pt x="422" y="915"/>
                    <a:pt x="457" y="915"/>
                  </a:cubicBezTo>
                  <a:cubicBezTo>
                    <a:pt x="572" y="915"/>
                    <a:pt x="676" y="761"/>
                    <a:pt x="570" y="652"/>
                  </a:cubicBezTo>
                  <a:cubicBezTo>
                    <a:pt x="451" y="528"/>
                    <a:pt x="315" y="309"/>
                    <a:pt x="309" y="148"/>
                  </a:cubicBezTo>
                  <a:cubicBezTo>
                    <a:pt x="306" y="49"/>
                    <a:pt x="228" y="0"/>
                    <a:pt x="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4930687" y="4043464"/>
              <a:ext cx="80647" cy="27341"/>
            </a:xfrm>
            <a:custGeom>
              <a:rect b="b" l="l" r="r" t="t"/>
              <a:pathLst>
                <a:path extrusionOk="0" h="457" w="1348">
                  <a:moveTo>
                    <a:pt x="238" y="1"/>
                  </a:moveTo>
                  <a:cubicBezTo>
                    <a:pt x="95" y="1"/>
                    <a:pt x="0" y="208"/>
                    <a:pt x="153" y="283"/>
                  </a:cubicBezTo>
                  <a:cubicBezTo>
                    <a:pt x="461" y="430"/>
                    <a:pt x="811" y="457"/>
                    <a:pt x="1149" y="457"/>
                  </a:cubicBezTo>
                  <a:cubicBezTo>
                    <a:pt x="1346" y="457"/>
                    <a:pt x="1347" y="150"/>
                    <a:pt x="1149" y="150"/>
                  </a:cubicBezTo>
                  <a:cubicBezTo>
                    <a:pt x="870" y="150"/>
                    <a:pt x="565" y="141"/>
                    <a:pt x="308" y="17"/>
                  </a:cubicBezTo>
                  <a:cubicBezTo>
                    <a:pt x="284" y="6"/>
                    <a:pt x="260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4962575" y="4098206"/>
              <a:ext cx="48759" cy="36435"/>
            </a:xfrm>
            <a:custGeom>
              <a:rect b="b" l="l" r="r" t="t"/>
              <a:pathLst>
                <a:path extrusionOk="0" h="609" w="815">
                  <a:moveTo>
                    <a:pt x="619" y="0"/>
                  </a:moveTo>
                  <a:cubicBezTo>
                    <a:pt x="618" y="0"/>
                    <a:pt x="617" y="0"/>
                    <a:pt x="616" y="0"/>
                  </a:cubicBezTo>
                  <a:cubicBezTo>
                    <a:pt x="337" y="6"/>
                    <a:pt x="16" y="139"/>
                    <a:pt x="4" y="460"/>
                  </a:cubicBezTo>
                  <a:cubicBezTo>
                    <a:pt x="0" y="559"/>
                    <a:pt x="75" y="608"/>
                    <a:pt x="152" y="608"/>
                  </a:cubicBezTo>
                  <a:cubicBezTo>
                    <a:pt x="228" y="608"/>
                    <a:pt x="307" y="559"/>
                    <a:pt x="311" y="460"/>
                  </a:cubicBezTo>
                  <a:cubicBezTo>
                    <a:pt x="311" y="434"/>
                    <a:pt x="322" y="402"/>
                    <a:pt x="366" y="370"/>
                  </a:cubicBezTo>
                  <a:cubicBezTo>
                    <a:pt x="436" y="317"/>
                    <a:pt x="531" y="308"/>
                    <a:pt x="616" y="307"/>
                  </a:cubicBezTo>
                  <a:cubicBezTo>
                    <a:pt x="812" y="304"/>
                    <a:pt x="814" y="0"/>
                    <a:pt x="6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5023300" y="4116453"/>
              <a:ext cx="31170" cy="54802"/>
            </a:xfrm>
            <a:custGeom>
              <a:rect b="b" l="l" r="r" t="t"/>
              <a:pathLst>
                <a:path extrusionOk="0" h="916" w="521">
                  <a:moveTo>
                    <a:pt x="220" y="0"/>
                  </a:moveTo>
                  <a:cubicBezTo>
                    <a:pt x="104" y="0"/>
                    <a:pt x="0" y="154"/>
                    <a:pt x="106" y="263"/>
                  </a:cubicBezTo>
                  <a:cubicBezTo>
                    <a:pt x="235" y="396"/>
                    <a:pt x="214" y="590"/>
                    <a:pt x="214" y="767"/>
                  </a:cubicBezTo>
                  <a:cubicBezTo>
                    <a:pt x="214" y="866"/>
                    <a:pt x="291" y="915"/>
                    <a:pt x="368" y="915"/>
                  </a:cubicBezTo>
                  <a:cubicBezTo>
                    <a:pt x="444" y="915"/>
                    <a:pt x="521" y="866"/>
                    <a:pt x="521" y="767"/>
                  </a:cubicBezTo>
                  <a:cubicBezTo>
                    <a:pt x="521" y="503"/>
                    <a:pt x="516" y="249"/>
                    <a:pt x="322" y="47"/>
                  </a:cubicBezTo>
                  <a:cubicBezTo>
                    <a:pt x="290" y="14"/>
                    <a:pt x="255" y="0"/>
                    <a:pt x="2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5072657" y="4098206"/>
              <a:ext cx="36973" cy="36734"/>
            </a:xfrm>
            <a:custGeom>
              <a:rect b="b" l="l" r="r" t="t"/>
              <a:pathLst>
                <a:path extrusionOk="0" h="614" w="618">
                  <a:moveTo>
                    <a:pt x="150" y="0"/>
                  </a:moveTo>
                  <a:cubicBezTo>
                    <a:pt x="70" y="0"/>
                    <a:pt x="1" y="75"/>
                    <a:pt x="1" y="154"/>
                  </a:cubicBezTo>
                  <a:cubicBezTo>
                    <a:pt x="1" y="240"/>
                    <a:pt x="71" y="304"/>
                    <a:pt x="154" y="307"/>
                  </a:cubicBezTo>
                  <a:cubicBezTo>
                    <a:pt x="223" y="310"/>
                    <a:pt x="305" y="393"/>
                    <a:pt x="308" y="460"/>
                  </a:cubicBezTo>
                  <a:cubicBezTo>
                    <a:pt x="310" y="543"/>
                    <a:pt x="376" y="614"/>
                    <a:pt x="461" y="614"/>
                  </a:cubicBezTo>
                  <a:cubicBezTo>
                    <a:pt x="541" y="614"/>
                    <a:pt x="617" y="543"/>
                    <a:pt x="614" y="460"/>
                  </a:cubicBezTo>
                  <a:cubicBezTo>
                    <a:pt x="605" y="215"/>
                    <a:pt x="400" y="9"/>
                    <a:pt x="154" y="0"/>
                  </a:cubicBezTo>
                  <a:cubicBezTo>
                    <a:pt x="153" y="0"/>
                    <a:pt x="151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5088392" y="4043224"/>
              <a:ext cx="60366" cy="18427"/>
            </a:xfrm>
            <a:custGeom>
              <a:rect b="b" l="l" r="r" t="t"/>
              <a:pathLst>
                <a:path extrusionOk="0" h="308" w="1009">
                  <a:moveTo>
                    <a:pt x="198" y="1"/>
                  </a:moveTo>
                  <a:cubicBezTo>
                    <a:pt x="1" y="1"/>
                    <a:pt x="1" y="307"/>
                    <a:pt x="198" y="307"/>
                  </a:cubicBezTo>
                  <a:lnTo>
                    <a:pt x="810" y="307"/>
                  </a:lnTo>
                  <a:cubicBezTo>
                    <a:pt x="1007" y="307"/>
                    <a:pt x="1008" y="1"/>
                    <a:pt x="8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5090725" y="3970295"/>
              <a:ext cx="28179" cy="45170"/>
            </a:xfrm>
            <a:custGeom>
              <a:rect b="b" l="l" r="r" t="t"/>
              <a:pathLst>
                <a:path extrusionOk="0" h="755" w="471">
                  <a:moveTo>
                    <a:pt x="320" y="0"/>
                  </a:moveTo>
                  <a:cubicBezTo>
                    <a:pt x="243" y="0"/>
                    <a:pt x="164" y="49"/>
                    <a:pt x="159" y="148"/>
                  </a:cubicBezTo>
                  <a:cubicBezTo>
                    <a:pt x="154" y="220"/>
                    <a:pt x="108" y="288"/>
                    <a:pt x="79" y="351"/>
                  </a:cubicBezTo>
                  <a:cubicBezTo>
                    <a:pt x="39" y="434"/>
                    <a:pt x="11" y="514"/>
                    <a:pt x="6" y="608"/>
                  </a:cubicBezTo>
                  <a:cubicBezTo>
                    <a:pt x="0" y="706"/>
                    <a:pt x="75" y="755"/>
                    <a:pt x="151" y="755"/>
                  </a:cubicBezTo>
                  <a:cubicBezTo>
                    <a:pt x="228" y="755"/>
                    <a:pt x="307" y="706"/>
                    <a:pt x="312" y="608"/>
                  </a:cubicBezTo>
                  <a:cubicBezTo>
                    <a:pt x="317" y="535"/>
                    <a:pt x="363" y="468"/>
                    <a:pt x="393" y="404"/>
                  </a:cubicBezTo>
                  <a:cubicBezTo>
                    <a:pt x="432" y="320"/>
                    <a:pt x="460" y="240"/>
                    <a:pt x="466" y="148"/>
                  </a:cubicBezTo>
                  <a:cubicBezTo>
                    <a:pt x="471" y="49"/>
                    <a:pt x="397" y="0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centages">
  <p:cSld name="CAPTION_ONLY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9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9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9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9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1" name="Google Shape;701;p29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2" name="Google Shape;702;p29"/>
          <p:cNvGrpSpPr/>
          <p:nvPr/>
        </p:nvGrpSpPr>
        <p:grpSpPr>
          <a:xfrm>
            <a:off x="4280963" y="4723225"/>
            <a:ext cx="218131" cy="228540"/>
            <a:chOff x="1567788" y="4831150"/>
            <a:chExt cx="218131" cy="228540"/>
          </a:xfrm>
        </p:grpSpPr>
        <p:sp>
          <p:nvSpPr>
            <p:cNvPr id="703" name="Google Shape;703;p29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29"/>
          <p:cNvGrpSpPr/>
          <p:nvPr/>
        </p:nvGrpSpPr>
        <p:grpSpPr>
          <a:xfrm>
            <a:off x="4572000" y="4705711"/>
            <a:ext cx="263669" cy="263588"/>
            <a:chOff x="4028549" y="3239505"/>
            <a:chExt cx="131381" cy="131321"/>
          </a:xfrm>
        </p:grpSpPr>
        <p:sp>
          <p:nvSpPr>
            <p:cNvPr id="712" name="Google Shape;712;p29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4" name="Google Shape;714;p29"/>
          <p:cNvSpPr txBox="1"/>
          <p:nvPr>
            <p:ph idx="1" type="subTitle"/>
          </p:nvPr>
        </p:nvSpPr>
        <p:spPr>
          <a:xfrm>
            <a:off x="916875" y="2656700"/>
            <a:ext cx="17730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15" name="Google Shape;715;p29"/>
          <p:cNvSpPr txBox="1"/>
          <p:nvPr>
            <p:ph hasCustomPrompt="1" idx="2" type="title"/>
          </p:nvPr>
        </p:nvSpPr>
        <p:spPr>
          <a:xfrm>
            <a:off x="1101613" y="3305575"/>
            <a:ext cx="14586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6" name="Google Shape;716;p29"/>
          <p:cNvSpPr txBox="1"/>
          <p:nvPr>
            <p:ph idx="3" type="subTitle"/>
          </p:nvPr>
        </p:nvSpPr>
        <p:spPr>
          <a:xfrm>
            <a:off x="3685475" y="2656700"/>
            <a:ext cx="17730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17" name="Google Shape;717;p29"/>
          <p:cNvSpPr txBox="1"/>
          <p:nvPr>
            <p:ph hasCustomPrompt="1" idx="4" type="title"/>
          </p:nvPr>
        </p:nvSpPr>
        <p:spPr>
          <a:xfrm>
            <a:off x="3870213" y="3305575"/>
            <a:ext cx="14586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8" name="Google Shape;718;p29"/>
          <p:cNvSpPr txBox="1"/>
          <p:nvPr>
            <p:ph idx="5" type="subTitle"/>
          </p:nvPr>
        </p:nvSpPr>
        <p:spPr>
          <a:xfrm>
            <a:off x="6399513" y="2656700"/>
            <a:ext cx="17730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19" name="Google Shape;719;p29"/>
          <p:cNvSpPr txBox="1"/>
          <p:nvPr>
            <p:ph hasCustomPrompt="1" idx="6" type="title"/>
          </p:nvPr>
        </p:nvSpPr>
        <p:spPr>
          <a:xfrm>
            <a:off x="6584250" y="3305575"/>
            <a:ext cx="14586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0"/>
          <p:cNvSpPr txBox="1"/>
          <p:nvPr>
            <p:ph hasCustomPrompt="1"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22" name="Google Shape;722;p30"/>
          <p:cNvSpPr/>
          <p:nvPr/>
        </p:nvSpPr>
        <p:spPr>
          <a:xfrm rot="4499988">
            <a:off x="8508571" y="1132137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3" name="Google Shape;723;p30"/>
          <p:cNvGrpSpPr/>
          <p:nvPr/>
        </p:nvGrpSpPr>
        <p:grpSpPr>
          <a:xfrm rot="8413903">
            <a:off x="8299501" y="1383123"/>
            <a:ext cx="263672" cy="263580"/>
            <a:chOff x="4028549" y="3239505"/>
            <a:chExt cx="131381" cy="131321"/>
          </a:xfrm>
        </p:grpSpPr>
        <p:sp>
          <p:nvSpPr>
            <p:cNvPr id="724" name="Google Shape;724;p30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0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6" name="Google Shape;726;p30"/>
          <p:cNvSpPr/>
          <p:nvPr/>
        </p:nvSpPr>
        <p:spPr>
          <a:xfrm rot="-5399635">
            <a:off x="134529" y="3482865"/>
            <a:ext cx="1454659" cy="1866612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0"/>
          <p:cNvSpPr/>
          <p:nvPr/>
        </p:nvSpPr>
        <p:spPr>
          <a:xfrm>
            <a:off x="3619263" y="271491"/>
            <a:ext cx="4257333" cy="476864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0"/>
          <p:cNvSpPr/>
          <p:nvPr/>
        </p:nvSpPr>
        <p:spPr>
          <a:xfrm rot="5437892">
            <a:off x="7229092" y="575482"/>
            <a:ext cx="613078" cy="456374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0"/>
          <p:cNvSpPr/>
          <p:nvPr/>
        </p:nvSpPr>
        <p:spPr>
          <a:xfrm>
            <a:off x="3565025" y="237825"/>
            <a:ext cx="4257333" cy="476864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0"/>
          <p:cNvSpPr/>
          <p:nvPr/>
        </p:nvSpPr>
        <p:spPr>
          <a:xfrm rot="5437892">
            <a:off x="7377135" y="552226"/>
            <a:ext cx="421149" cy="310952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0"/>
          <p:cNvSpPr txBox="1"/>
          <p:nvPr>
            <p:ph idx="2" type="title"/>
          </p:nvPr>
        </p:nvSpPr>
        <p:spPr>
          <a:xfrm rot="457638">
            <a:off x="4125941" y="1642138"/>
            <a:ext cx="3234417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b="1"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2" name="Google Shape;732;p30"/>
          <p:cNvSpPr txBox="1"/>
          <p:nvPr>
            <p:ph idx="1" type="subTitle"/>
          </p:nvPr>
        </p:nvSpPr>
        <p:spPr>
          <a:xfrm rot="458062">
            <a:off x="3940803" y="3142598"/>
            <a:ext cx="3231443" cy="7679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3" name="Google Shape;733;p30"/>
          <p:cNvSpPr/>
          <p:nvPr/>
        </p:nvSpPr>
        <p:spPr>
          <a:xfrm rot="-5399610">
            <a:off x="-61377" y="3588642"/>
            <a:ext cx="1615144" cy="1494563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0"/>
          <p:cNvSpPr/>
          <p:nvPr/>
        </p:nvSpPr>
        <p:spPr>
          <a:xfrm rot="-10799574">
            <a:off x="7876598" y="3364589"/>
            <a:ext cx="1245803" cy="1862056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0"/>
          <p:cNvSpPr/>
          <p:nvPr/>
        </p:nvSpPr>
        <p:spPr>
          <a:xfrm rot="-10799544">
            <a:off x="7739139" y="3665542"/>
            <a:ext cx="1383257" cy="1490916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6" name="Google Shape;736;p30"/>
          <p:cNvGrpSpPr/>
          <p:nvPr/>
        </p:nvGrpSpPr>
        <p:grpSpPr>
          <a:xfrm>
            <a:off x="-663701" y="-801250"/>
            <a:ext cx="2062814" cy="2572326"/>
            <a:chOff x="7325399" y="3044950"/>
            <a:chExt cx="2062814" cy="2572326"/>
          </a:xfrm>
        </p:grpSpPr>
        <p:sp>
          <p:nvSpPr>
            <p:cNvPr id="737" name="Google Shape;737;p30"/>
            <p:cNvSpPr/>
            <p:nvPr/>
          </p:nvSpPr>
          <p:spPr>
            <a:xfrm rot="-8610992">
              <a:off x="8808681" y="3091174"/>
              <a:ext cx="398985" cy="738802"/>
            </a:xfrm>
            <a:custGeom>
              <a:rect b="b" l="l" r="r" t="t"/>
              <a:pathLst>
                <a:path extrusionOk="0" h="12349" w="6669">
                  <a:moveTo>
                    <a:pt x="6439" y="1"/>
                  </a:moveTo>
                  <a:cubicBezTo>
                    <a:pt x="4707" y="106"/>
                    <a:pt x="1067" y="373"/>
                    <a:pt x="1067" y="373"/>
                  </a:cubicBezTo>
                  <a:cubicBezTo>
                    <a:pt x="1067" y="373"/>
                    <a:pt x="1477" y="7405"/>
                    <a:pt x="1" y="11576"/>
                  </a:cubicBezTo>
                  <a:cubicBezTo>
                    <a:pt x="2161" y="9507"/>
                    <a:pt x="3451" y="8190"/>
                    <a:pt x="3451" y="8190"/>
                  </a:cubicBezTo>
                  <a:lnTo>
                    <a:pt x="4352" y="12348"/>
                  </a:lnTo>
                  <a:cubicBezTo>
                    <a:pt x="4352" y="12348"/>
                    <a:pt x="6668" y="7737"/>
                    <a:pt x="64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0"/>
            <p:cNvSpPr/>
            <p:nvPr/>
          </p:nvSpPr>
          <p:spPr>
            <a:xfrm rot="-8610992">
              <a:off x="8630005" y="3660883"/>
              <a:ext cx="326176" cy="89202"/>
            </a:xfrm>
            <a:custGeom>
              <a:rect b="b" l="l" r="r" t="t"/>
              <a:pathLst>
                <a:path extrusionOk="0" h="1491" w="5452">
                  <a:moveTo>
                    <a:pt x="5374" y="1"/>
                  </a:moveTo>
                  <a:lnTo>
                    <a:pt x="0" y="373"/>
                  </a:lnTo>
                  <a:lnTo>
                    <a:pt x="78" y="1490"/>
                  </a:lnTo>
                  <a:lnTo>
                    <a:pt x="5451" y="1118"/>
                  </a:lnTo>
                  <a:lnTo>
                    <a:pt x="5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 rot="-8610992">
              <a:off x="7870096" y="3547007"/>
              <a:ext cx="702367" cy="2063668"/>
            </a:xfrm>
            <a:custGeom>
              <a:rect b="b" l="l" r="r" t="t"/>
              <a:pathLst>
                <a:path extrusionOk="0" h="34494" w="11740">
                  <a:moveTo>
                    <a:pt x="1" y="0"/>
                  </a:moveTo>
                  <a:lnTo>
                    <a:pt x="2483" y="34494"/>
                  </a:lnTo>
                  <a:lnTo>
                    <a:pt x="11739" y="33820"/>
                  </a:lnTo>
                  <a:lnTo>
                    <a:pt x="117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0"/>
            <p:cNvSpPr/>
            <p:nvPr/>
          </p:nvSpPr>
          <p:spPr>
            <a:xfrm rot="-8610992">
              <a:off x="8218958" y="3632838"/>
              <a:ext cx="211368" cy="2055292"/>
            </a:xfrm>
            <a:custGeom>
              <a:rect b="b" l="l" r="r" t="t"/>
              <a:pathLst>
                <a:path extrusionOk="0" h="34354" w="3533">
                  <a:moveTo>
                    <a:pt x="1024" y="0"/>
                  </a:moveTo>
                  <a:lnTo>
                    <a:pt x="0" y="6"/>
                  </a:lnTo>
                  <a:lnTo>
                    <a:pt x="2515" y="34353"/>
                  </a:lnTo>
                  <a:lnTo>
                    <a:pt x="3533" y="34279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0"/>
            <p:cNvSpPr/>
            <p:nvPr/>
          </p:nvSpPr>
          <p:spPr>
            <a:xfrm rot="-8610992">
              <a:off x="8108089" y="4294347"/>
              <a:ext cx="226445" cy="201317"/>
            </a:xfrm>
            <a:custGeom>
              <a:rect b="b" l="l" r="r" t="t"/>
              <a:pathLst>
                <a:path extrusionOk="0" h="3365" w="3785">
                  <a:moveTo>
                    <a:pt x="2020" y="1454"/>
                  </a:moveTo>
                  <a:cubicBezTo>
                    <a:pt x="2004" y="1463"/>
                    <a:pt x="1988" y="1472"/>
                    <a:pt x="1972" y="1480"/>
                  </a:cubicBezTo>
                  <a:cubicBezTo>
                    <a:pt x="1825" y="1560"/>
                    <a:pt x="1916" y="1765"/>
                    <a:pt x="2052" y="1765"/>
                  </a:cubicBezTo>
                  <a:cubicBezTo>
                    <a:pt x="2073" y="1765"/>
                    <a:pt x="2094" y="1760"/>
                    <a:pt x="2115" y="1750"/>
                  </a:cubicBezTo>
                  <a:lnTo>
                    <a:pt x="2115" y="1750"/>
                  </a:lnTo>
                  <a:cubicBezTo>
                    <a:pt x="2052" y="1784"/>
                    <a:pt x="2005" y="1830"/>
                    <a:pt x="1969" y="1886"/>
                  </a:cubicBezTo>
                  <a:cubicBezTo>
                    <a:pt x="1813" y="1841"/>
                    <a:pt x="1675" y="1800"/>
                    <a:pt x="1534" y="1730"/>
                  </a:cubicBezTo>
                  <a:cubicBezTo>
                    <a:pt x="1680" y="1599"/>
                    <a:pt x="1848" y="1504"/>
                    <a:pt x="2020" y="1454"/>
                  </a:cubicBezTo>
                  <a:close/>
                  <a:moveTo>
                    <a:pt x="2195" y="1"/>
                  </a:moveTo>
                  <a:cubicBezTo>
                    <a:pt x="1630" y="1"/>
                    <a:pt x="1084" y="277"/>
                    <a:pt x="697" y="804"/>
                  </a:cubicBezTo>
                  <a:cubicBezTo>
                    <a:pt x="0" y="1754"/>
                    <a:pt x="725" y="3062"/>
                    <a:pt x="1767" y="3331"/>
                  </a:cubicBezTo>
                  <a:cubicBezTo>
                    <a:pt x="1858" y="3354"/>
                    <a:pt x="1953" y="3365"/>
                    <a:pt x="2051" y="3365"/>
                  </a:cubicBezTo>
                  <a:cubicBezTo>
                    <a:pt x="2847" y="3365"/>
                    <a:pt x="3784" y="2633"/>
                    <a:pt x="3371" y="1799"/>
                  </a:cubicBezTo>
                  <a:cubicBezTo>
                    <a:pt x="3136" y="1327"/>
                    <a:pt x="2725" y="1113"/>
                    <a:pt x="2298" y="1113"/>
                  </a:cubicBezTo>
                  <a:cubicBezTo>
                    <a:pt x="1892" y="1113"/>
                    <a:pt x="1471" y="1307"/>
                    <a:pt x="1176" y="1657"/>
                  </a:cubicBezTo>
                  <a:cubicBezTo>
                    <a:pt x="1110" y="1735"/>
                    <a:pt x="1119" y="1840"/>
                    <a:pt x="1207" y="1897"/>
                  </a:cubicBezTo>
                  <a:cubicBezTo>
                    <a:pt x="1483" y="2076"/>
                    <a:pt x="1702" y="2124"/>
                    <a:pt x="2010" y="2219"/>
                  </a:cubicBezTo>
                  <a:cubicBezTo>
                    <a:pt x="2023" y="2223"/>
                    <a:pt x="2036" y="2225"/>
                    <a:pt x="2049" y="2225"/>
                  </a:cubicBezTo>
                  <a:cubicBezTo>
                    <a:pt x="2103" y="2225"/>
                    <a:pt x="2151" y="2194"/>
                    <a:pt x="2182" y="2148"/>
                  </a:cubicBezTo>
                  <a:cubicBezTo>
                    <a:pt x="2319" y="1948"/>
                    <a:pt x="2405" y="1616"/>
                    <a:pt x="2183" y="1448"/>
                  </a:cubicBezTo>
                  <a:cubicBezTo>
                    <a:pt x="2166" y="1435"/>
                    <a:pt x="2145" y="1431"/>
                    <a:pt x="2124" y="1429"/>
                  </a:cubicBezTo>
                  <a:cubicBezTo>
                    <a:pt x="2180" y="1419"/>
                    <a:pt x="2237" y="1414"/>
                    <a:pt x="2294" y="1414"/>
                  </a:cubicBezTo>
                  <a:cubicBezTo>
                    <a:pt x="2586" y="1414"/>
                    <a:pt x="2869" y="1553"/>
                    <a:pt x="3067" y="1873"/>
                  </a:cubicBezTo>
                  <a:cubicBezTo>
                    <a:pt x="3249" y="2168"/>
                    <a:pt x="3125" y="2491"/>
                    <a:pt x="2908" y="2722"/>
                  </a:cubicBezTo>
                  <a:cubicBezTo>
                    <a:pt x="2693" y="2949"/>
                    <a:pt x="2399" y="3050"/>
                    <a:pt x="2102" y="3050"/>
                  </a:cubicBezTo>
                  <a:cubicBezTo>
                    <a:pt x="1909" y="3050"/>
                    <a:pt x="1715" y="3008"/>
                    <a:pt x="1541" y="2929"/>
                  </a:cubicBezTo>
                  <a:cubicBezTo>
                    <a:pt x="666" y="2533"/>
                    <a:pt x="533" y="1447"/>
                    <a:pt x="1116" y="764"/>
                  </a:cubicBezTo>
                  <a:cubicBezTo>
                    <a:pt x="1393" y="440"/>
                    <a:pt x="1758" y="300"/>
                    <a:pt x="2133" y="300"/>
                  </a:cubicBezTo>
                  <a:cubicBezTo>
                    <a:pt x="2505" y="300"/>
                    <a:pt x="2886" y="439"/>
                    <a:pt x="3197" y="672"/>
                  </a:cubicBezTo>
                  <a:cubicBezTo>
                    <a:pt x="3225" y="693"/>
                    <a:pt x="3253" y="702"/>
                    <a:pt x="3279" y="702"/>
                  </a:cubicBezTo>
                  <a:cubicBezTo>
                    <a:pt x="3400" y="702"/>
                    <a:pt x="3480" y="503"/>
                    <a:pt x="3352" y="407"/>
                  </a:cubicBezTo>
                  <a:cubicBezTo>
                    <a:pt x="2987" y="134"/>
                    <a:pt x="2586" y="1"/>
                    <a:pt x="2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ulleted List">
  <p:cSld name="ONE_COLUMN_TEXT_1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1"/>
          <p:cNvSpPr txBox="1"/>
          <p:nvPr>
            <p:ph idx="1" type="subTitle"/>
          </p:nvPr>
        </p:nvSpPr>
        <p:spPr>
          <a:xfrm>
            <a:off x="1937913" y="2406650"/>
            <a:ext cx="2068200" cy="19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3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4" name="Google Shape;744;p31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1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1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1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8" name="Google Shape;748;p31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1"/>
          <p:cNvSpPr/>
          <p:nvPr/>
        </p:nvSpPr>
        <p:spPr>
          <a:xfrm>
            <a:off x="4404166" y="4799664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0" name="Google Shape;750;p31"/>
          <p:cNvGrpSpPr/>
          <p:nvPr/>
        </p:nvGrpSpPr>
        <p:grpSpPr>
          <a:xfrm>
            <a:off x="4621264" y="4713922"/>
            <a:ext cx="189773" cy="174158"/>
            <a:chOff x="6476077" y="96834"/>
            <a:chExt cx="189773" cy="174158"/>
          </a:xfrm>
        </p:grpSpPr>
        <p:sp>
          <p:nvSpPr>
            <p:cNvPr id="751" name="Google Shape;751;p31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1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3" name="Google Shape;753;p31"/>
          <p:cNvSpPr txBox="1"/>
          <p:nvPr>
            <p:ph idx="2" type="subTitle"/>
          </p:nvPr>
        </p:nvSpPr>
        <p:spPr>
          <a:xfrm>
            <a:off x="5634202" y="2406650"/>
            <a:ext cx="2068500" cy="19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3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54" name="Google Shape;754;p31"/>
          <p:cNvSpPr txBox="1"/>
          <p:nvPr>
            <p:ph idx="3" type="subTitle"/>
          </p:nvPr>
        </p:nvSpPr>
        <p:spPr>
          <a:xfrm>
            <a:off x="1441300" y="1927175"/>
            <a:ext cx="25650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55" name="Google Shape;755;p31"/>
          <p:cNvSpPr txBox="1"/>
          <p:nvPr>
            <p:ph idx="4" type="subTitle"/>
          </p:nvPr>
        </p:nvSpPr>
        <p:spPr>
          <a:xfrm>
            <a:off x="5137600" y="1927175"/>
            <a:ext cx="25650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redits">
  <p:cSld name="MAIN_POINT_1_1_1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" name="Google Shape;757;p32"/>
          <p:cNvGrpSpPr/>
          <p:nvPr/>
        </p:nvGrpSpPr>
        <p:grpSpPr>
          <a:xfrm>
            <a:off x="975623" y="868637"/>
            <a:ext cx="7020761" cy="1560414"/>
            <a:chOff x="1021550" y="1583496"/>
            <a:chExt cx="7020761" cy="2451554"/>
          </a:xfrm>
        </p:grpSpPr>
        <p:sp>
          <p:nvSpPr>
            <p:cNvPr id="758" name="Google Shape;758;p32"/>
            <p:cNvSpPr/>
            <p:nvPr/>
          </p:nvSpPr>
          <p:spPr>
            <a:xfrm rot="-5400000">
              <a:off x="6492231" y="2484970"/>
              <a:ext cx="1328229" cy="1771931"/>
            </a:xfrm>
            <a:custGeom>
              <a:rect b="b" l="l" r="r" t="t"/>
              <a:pathLst>
                <a:path extrusionOk="0" h="9608" w="7202">
                  <a:moveTo>
                    <a:pt x="1" y="1"/>
                  </a:moveTo>
                  <a:lnTo>
                    <a:pt x="1" y="9607"/>
                  </a:lnTo>
                  <a:lnTo>
                    <a:pt x="3602" y="7391"/>
                  </a:lnTo>
                  <a:lnTo>
                    <a:pt x="7201" y="9607"/>
                  </a:lnTo>
                  <a:lnTo>
                    <a:pt x="72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2"/>
            <p:cNvSpPr/>
            <p:nvPr/>
          </p:nvSpPr>
          <p:spPr>
            <a:xfrm rot="-5400000">
              <a:off x="1243494" y="2484878"/>
              <a:ext cx="1328229" cy="1772116"/>
            </a:xfrm>
            <a:custGeom>
              <a:rect b="b" l="l" r="r" t="t"/>
              <a:pathLst>
                <a:path extrusionOk="0" h="9609" w="7202">
                  <a:moveTo>
                    <a:pt x="1" y="1"/>
                  </a:moveTo>
                  <a:lnTo>
                    <a:pt x="1" y="9609"/>
                  </a:lnTo>
                  <a:lnTo>
                    <a:pt x="7201" y="9609"/>
                  </a:lnTo>
                  <a:lnTo>
                    <a:pt x="7201" y="1"/>
                  </a:lnTo>
                  <a:lnTo>
                    <a:pt x="3602" y="22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2"/>
            <p:cNvSpPr/>
            <p:nvPr/>
          </p:nvSpPr>
          <p:spPr>
            <a:xfrm rot="-5400000">
              <a:off x="3542415" y="-101935"/>
              <a:ext cx="1979051" cy="5349912"/>
            </a:xfrm>
            <a:custGeom>
              <a:rect b="b" l="l" r="r" t="t"/>
              <a:pathLst>
                <a:path extrusionOk="0" h="29009" w="7201">
                  <a:moveTo>
                    <a:pt x="0" y="0"/>
                  </a:moveTo>
                  <a:lnTo>
                    <a:pt x="0" y="29009"/>
                  </a:lnTo>
                  <a:lnTo>
                    <a:pt x="7200" y="29009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1" name="Google Shape;761;p32"/>
          <p:cNvSpPr/>
          <p:nvPr/>
        </p:nvSpPr>
        <p:spPr>
          <a:xfrm rot="5437877">
            <a:off x="4183373" y="641757"/>
            <a:ext cx="777266" cy="578578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2"/>
          <p:cNvSpPr/>
          <p:nvPr/>
        </p:nvSpPr>
        <p:spPr>
          <a:xfrm rot="-5400000">
            <a:off x="6818008" y="1051782"/>
            <a:ext cx="756804" cy="1771931"/>
          </a:xfrm>
          <a:custGeom>
            <a:rect b="b" l="l" r="r" t="t"/>
            <a:pathLst>
              <a:path extrusionOk="0" h="9608" w="7202">
                <a:moveTo>
                  <a:pt x="1" y="1"/>
                </a:moveTo>
                <a:lnTo>
                  <a:pt x="1" y="9607"/>
                </a:lnTo>
                <a:lnTo>
                  <a:pt x="3602" y="7391"/>
                </a:lnTo>
                <a:lnTo>
                  <a:pt x="7201" y="9607"/>
                </a:lnTo>
                <a:lnTo>
                  <a:pt x="720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 rot="-5400000">
            <a:off x="6646477" y="1759846"/>
            <a:ext cx="339053" cy="1011106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2"/>
          <p:cNvSpPr/>
          <p:nvPr/>
        </p:nvSpPr>
        <p:spPr>
          <a:xfrm rot="-5400000">
            <a:off x="6377795" y="1492020"/>
            <a:ext cx="869696" cy="1004365"/>
          </a:xfrm>
          <a:custGeom>
            <a:rect b="b" l="l" r="r" t="t"/>
            <a:pathLst>
              <a:path extrusionOk="0" h="5446" w="7202">
                <a:moveTo>
                  <a:pt x="1" y="1"/>
                </a:moveTo>
                <a:lnTo>
                  <a:pt x="1" y="703"/>
                </a:lnTo>
                <a:lnTo>
                  <a:pt x="2393" y="5446"/>
                </a:lnTo>
                <a:lnTo>
                  <a:pt x="7201" y="5446"/>
                </a:lnTo>
                <a:lnTo>
                  <a:pt x="7201" y="5078"/>
                </a:lnTo>
                <a:lnTo>
                  <a:pt x="2562" y="5078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 rot="-5400000">
            <a:off x="1569281" y="1051690"/>
            <a:ext cx="756804" cy="1772116"/>
          </a:xfrm>
          <a:custGeom>
            <a:rect b="b" l="l" r="r" t="t"/>
            <a:pathLst>
              <a:path extrusionOk="0" h="9609" w="7202">
                <a:moveTo>
                  <a:pt x="1" y="1"/>
                </a:moveTo>
                <a:lnTo>
                  <a:pt x="1" y="9609"/>
                </a:lnTo>
                <a:lnTo>
                  <a:pt x="7201" y="9609"/>
                </a:lnTo>
                <a:lnTo>
                  <a:pt x="7201" y="1"/>
                </a:lnTo>
                <a:lnTo>
                  <a:pt x="3602" y="2217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2"/>
          <p:cNvSpPr/>
          <p:nvPr/>
        </p:nvSpPr>
        <p:spPr>
          <a:xfrm rot="-5400000">
            <a:off x="3942250" y="-1221986"/>
            <a:ext cx="1259527" cy="5349912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2"/>
          <p:cNvSpPr/>
          <p:nvPr/>
        </p:nvSpPr>
        <p:spPr>
          <a:xfrm rot="-5400000">
            <a:off x="2136087" y="1737287"/>
            <a:ext cx="352201" cy="1043074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 rot="-5400000">
            <a:off x="1896710" y="1492020"/>
            <a:ext cx="869696" cy="1004365"/>
          </a:xfrm>
          <a:custGeom>
            <a:rect b="b" l="l" r="r" t="t"/>
            <a:pathLst>
              <a:path extrusionOk="0" h="5446" w="7202">
                <a:moveTo>
                  <a:pt x="2393" y="1"/>
                </a:moveTo>
                <a:lnTo>
                  <a:pt x="1" y="4742"/>
                </a:lnTo>
                <a:lnTo>
                  <a:pt x="1" y="5446"/>
                </a:lnTo>
                <a:lnTo>
                  <a:pt x="2562" y="367"/>
                </a:lnTo>
                <a:lnTo>
                  <a:pt x="7201" y="367"/>
                </a:lnTo>
                <a:lnTo>
                  <a:pt x="72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2"/>
          <p:cNvSpPr/>
          <p:nvPr/>
        </p:nvSpPr>
        <p:spPr>
          <a:xfrm rot="5437877">
            <a:off x="4371060" y="609355"/>
            <a:ext cx="533936" cy="394216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2"/>
          <p:cNvSpPr txBox="1"/>
          <p:nvPr>
            <p:ph type="title"/>
          </p:nvPr>
        </p:nvSpPr>
        <p:spPr>
          <a:xfrm>
            <a:off x="1956775" y="823175"/>
            <a:ext cx="5230500" cy="1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771" name="Google Shape;771;p32"/>
          <p:cNvSpPr/>
          <p:nvPr/>
        </p:nvSpPr>
        <p:spPr>
          <a:xfrm>
            <a:off x="-25075" y="-22500"/>
            <a:ext cx="1261394" cy="1618430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2"/>
          <p:cNvSpPr/>
          <p:nvPr/>
        </p:nvSpPr>
        <p:spPr>
          <a:xfrm>
            <a:off x="-25075" y="-22500"/>
            <a:ext cx="1497918" cy="1385924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3" name="Google Shape;773;p32"/>
          <p:cNvGrpSpPr/>
          <p:nvPr/>
        </p:nvGrpSpPr>
        <p:grpSpPr>
          <a:xfrm rot="8999903">
            <a:off x="1160958" y="3767232"/>
            <a:ext cx="263669" cy="263589"/>
            <a:chOff x="4028549" y="3239505"/>
            <a:chExt cx="131381" cy="131321"/>
          </a:xfrm>
        </p:grpSpPr>
        <p:sp>
          <p:nvSpPr>
            <p:cNvPr id="774" name="Google Shape;774;p32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6" name="Google Shape;776;p32"/>
          <p:cNvSpPr/>
          <p:nvPr/>
        </p:nvSpPr>
        <p:spPr>
          <a:xfrm>
            <a:off x="7996363" y="713673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7" name="Google Shape;777;p32"/>
          <p:cNvGrpSpPr/>
          <p:nvPr/>
        </p:nvGrpSpPr>
        <p:grpSpPr>
          <a:xfrm>
            <a:off x="8231164" y="539509"/>
            <a:ext cx="189773" cy="174158"/>
            <a:chOff x="6476077" y="96834"/>
            <a:chExt cx="189773" cy="174158"/>
          </a:xfrm>
        </p:grpSpPr>
        <p:sp>
          <p:nvSpPr>
            <p:cNvPr id="778" name="Google Shape;778;p32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2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0" name="Google Shape;780;p32"/>
          <p:cNvSpPr txBox="1"/>
          <p:nvPr/>
        </p:nvSpPr>
        <p:spPr>
          <a:xfrm>
            <a:off x="2288725" y="3668088"/>
            <a:ext cx="45666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rPr>
              <a:t>CREDITS: This presentation template was created by </a:t>
            </a:r>
            <a:r>
              <a:rPr b="1" lang="en" sz="1100">
                <a:solidFill>
                  <a:schemeClr val="accent3"/>
                </a:solidFill>
                <a:latin typeface="Alata"/>
                <a:ea typeface="Alata"/>
                <a:cs typeface="Alata"/>
                <a:sym typeface="Alata"/>
              </a:rPr>
              <a:t>Slidesgo,</a:t>
            </a:r>
            <a:r>
              <a:rPr b="1" lang="en" sz="11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r>
              <a:rPr lang="en" sz="11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rPr>
              <a:t>including icons from </a:t>
            </a:r>
            <a:r>
              <a:rPr b="1" lang="en" sz="1100">
                <a:solidFill>
                  <a:schemeClr val="accent3"/>
                </a:solidFill>
                <a:latin typeface="Alata"/>
                <a:ea typeface="Alata"/>
                <a:cs typeface="Alata"/>
                <a:sym typeface="Alata"/>
              </a:rPr>
              <a:t>Flaticon,</a:t>
            </a:r>
            <a:r>
              <a:rPr b="1" lang="en" sz="11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r>
              <a:rPr lang="en" sz="11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rPr>
              <a:t>and infographics &amp; images by </a:t>
            </a:r>
            <a:r>
              <a:rPr b="1" lang="en" sz="1100">
                <a:solidFill>
                  <a:schemeClr val="accent3"/>
                </a:solidFill>
                <a:latin typeface="Alata"/>
                <a:ea typeface="Alata"/>
                <a:cs typeface="Alata"/>
                <a:sym typeface="Alata"/>
              </a:rPr>
              <a:t>Freepik.</a:t>
            </a:r>
            <a:endParaRPr b="1" sz="1100">
              <a:solidFill>
                <a:schemeClr val="accent3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5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781" name="Google Shape;781;p32"/>
          <p:cNvSpPr txBox="1"/>
          <p:nvPr>
            <p:ph idx="1" type="subTitle"/>
          </p:nvPr>
        </p:nvSpPr>
        <p:spPr>
          <a:xfrm>
            <a:off x="2288688" y="2425351"/>
            <a:ext cx="4566600" cy="11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82" name="Google Shape;782;p32"/>
          <p:cNvSpPr txBox="1"/>
          <p:nvPr>
            <p:ph idx="2" type="subTitle"/>
          </p:nvPr>
        </p:nvSpPr>
        <p:spPr>
          <a:xfrm>
            <a:off x="2288725" y="4260425"/>
            <a:ext cx="4566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83" name="Google Shape;783;p32"/>
          <p:cNvSpPr/>
          <p:nvPr/>
        </p:nvSpPr>
        <p:spPr>
          <a:xfrm>
            <a:off x="7234355" y="4488193"/>
            <a:ext cx="1898626" cy="659179"/>
          </a:xfrm>
          <a:custGeom>
            <a:rect b="b" l="l" r="r" t="t"/>
            <a:pathLst>
              <a:path extrusionOk="0" h="11018" w="31735">
                <a:moveTo>
                  <a:pt x="26485" y="1"/>
                </a:moveTo>
                <a:lnTo>
                  <a:pt x="1" y="11018"/>
                </a:lnTo>
                <a:lnTo>
                  <a:pt x="31734" y="11018"/>
                </a:lnTo>
                <a:lnTo>
                  <a:pt x="2648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4" name="Google Shape;784;p32"/>
          <p:cNvGrpSpPr/>
          <p:nvPr/>
        </p:nvGrpSpPr>
        <p:grpSpPr>
          <a:xfrm>
            <a:off x="7592913" y="3381225"/>
            <a:ext cx="218131" cy="228540"/>
            <a:chOff x="1567788" y="4831150"/>
            <a:chExt cx="218131" cy="228540"/>
          </a:xfrm>
        </p:grpSpPr>
        <p:sp>
          <p:nvSpPr>
            <p:cNvPr id="785" name="Google Shape;785;p32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2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2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2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2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2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">
    <p:bg>
      <p:bgPr>
        <a:solidFill>
          <a:schemeClr val="accent3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">
    <p:bg>
      <p:bgPr>
        <a:solidFill>
          <a:schemeClr val="accent6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BLANK_1_1_1">
    <p:bg>
      <p:bgPr>
        <a:solidFill>
          <a:schemeClr val="accent5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Fredoka One"/>
              <a:buNone/>
              <a:defRPr sz="28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01675"/>
            <a:ext cx="77175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lata"/>
              <a:buChar char="●"/>
              <a:defRPr sz="18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○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■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●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○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■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●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○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Alata"/>
              <a:buChar char="■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>
          <p15:clr>
            <a:srgbClr val="EA4335"/>
          </p15:clr>
        </p15:guide>
        <p15:guide id="4" pos="5760">
          <p15:clr>
            <a:srgbClr val="EA4335"/>
          </p15:clr>
        </p15:guide>
        <p15:guide id="5" pos="449">
          <p15:clr>
            <a:srgbClr val="EA4335"/>
          </p15:clr>
        </p15:guide>
        <p15:guide id="6" pos="5311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Relationship Id="rId3" Type="http://schemas.openxmlformats.org/officeDocument/2006/relationships/hyperlink" Target="mailto:addyouremail@freepik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6"/>
          <p:cNvSpPr txBox="1"/>
          <p:nvPr>
            <p:ph type="ctrTitle"/>
          </p:nvPr>
        </p:nvSpPr>
        <p:spPr>
          <a:xfrm rot="-487460">
            <a:off x="2820008" y="1991873"/>
            <a:ext cx="3371033" cy="116460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</a:t>
            </a:r>
            <a:endParaRPr/>
          </a:p>
        </p:txBody>
      </p:sp>
      <p:sp>
        <p:nvSpPr>
          <p:cNvPr id="801" name="Google Shape;801;p36"/>
          <p:cNvSpPr txBox="1"/>
          <p:nvPr>
            <p:ph idx="1" type="subTitle"/>
          </p:nvPr>
        </p:nvSpPr>
        <p:spPr>
          <a:xfrm rot="-487428">
            <a:off x="3239261" y="2997688"/>
            <a:ext cx="2698277" cy="76791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 Card Format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7"/>
          <p:cNvSpPr txBox="1"/>
          <p:nvPr>
            <p:ph type="title"/>
          </p:nvPr>
        </p:nvSpPr>
        <p:spPr>
          <a:xfrm>
            <a:off x="1956763" y="1503350"/>
            <a:ext cx="5230500" cy="19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User Stories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8"/>
          <p:cNvSpPr txBox="1"/>
          <p:nvPr>
            <p:ph type="title"/>
          </p:nvPr>
        </p:nvSpPr>
        <p:spPr>
          <a:xfrm rot="457748">
            <a:off x="1469738" y="618963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Map of Photos</a:t>
            </a:r>
            <a:endParaRPr sz="3000"/>
          </a:p>
        </p:txBody>
      </p:sp>
      <p:sp>
        <p:nvSpPr>
          <p:cNvPr id="812" name="Google Shape;812;p38"/>
          <p:cNvSpPr txBox="1"/>
          <p:nvPr>
            <p:ph idx="1" type="subTitle"/>
          </p:nvPr>
        </p:nvSpPr>
        <p:spPr>
          <a:xfrm rot="458062">
            <a:off x="1308378" y="1878212"/>
            <a:ext cx="3231443" cy="18469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photographer, I want to be able to view a map of photos in different locations uploaded by others so I don’t have to always scout for locations myself</a:t>
            </a:r>
            <a:endParaRPr/>
          </a:p>
        </p:txBody>
      </p:sp>
      <p:sp>
        <p:nvSpPr>
          <p:cNvPr id="813" name="Google Shape;813;p38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14" name="Google Shape;814;p38"/>
          <p:cNvSpPr txBox="1"/>
          <p:nvPr>
            <p:ph idx="1" type="subTitle"/>
          </p:nvPr>
        </p:nvSpPr>
        <p:spPr>
          <a:xfrm rot="458310">
            <a:off x="1545896" y="146944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High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815" name="Google Shape;815;p38"/>
          <p:cNvSpPr txBox="1"/>
          <p:nvPr>
            <p:ph idx="1" type="subTitle"/>
          </p:nvPr>
        </p:nvSpPr>
        <p:spPr>
          <a:xfrm rot="458310">
            <a:off x="3062021" y="167059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</a:t>
            </a:r>
            <a:r>
              <a:rPr lang="en" sz="1300">
                <a:solidFill>
                  <a:schemeClr val="accent3"/>
                </a:solidFill>
              </a:rPr>
              <a:t>: 3 weeks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9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1" name="Google Shape;821;p39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Photo Uploads</a:t>
            </a:r>
            <a:endParaRPr sz="3000"/>
          </a:p>
        </p:txBody>
      </p:sp>
      <p:sp>
        <p:nvSpPr>
          <p:cNvPr id="822" name="Google Shape;822;p39"/>
          <p:cNvSpPr txBox="1"/>
          <p:nvPr>
            <p:ph idx="1" type="subTitle"/>
          </p:nvPr>
        </p:nvSpPr>
        <p:spPr>
          <a:xfrm rot="458062">
            <a:off x="4030503" y="2286887"/>
            <a:ext cx="3231443" cy="129307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photographer, I want to be able to upload my photos and the location where I took them</a:t>
            </a:r>
            <a:endParaRPr/>
          </a:p>
        </p:txBody>
      </p:sp>
      <p:sp>
        <p:nvSpPr>
          <p:cNvPr id="823" name="Google Shape;823;p39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High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824" name="Google Shape;824;p39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13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0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30" name="Google Shape;830;p40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Map Filter</a:t>
            </a:r>
            <a:endParaRPr sz="3000"/>
          </a:p>
        </p:txBody>
      </p:sp>
      <p:sp>
        <p:nvSpPr>
          <p:cNvPr id="831" name="Google Shape;831;p40"/>
          <p:cNvSpPr txBox="1"/>
          <p:nvPr>
            <p:ph idx="1" type="subTitle"/>
          </p:nvPr>
        </p:nvSpPr>
        <p:spPr>
          <a:xfrm rot="458062">
            <a:off x="4048953" y="2288120"/>
            <a:ext cx="3231443" cy="101581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user, I want to be able to filter locations on the map for the things I want or need</a:t>
            </a:r>
            <a:endParaRPr/>
          </a:p>
        </p:txBody>
      </p:sp>
      <p:sp>
        <p:nvSpPr>
          <p:cNvPr id="832" name="Google Shape;832;p40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Medium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833" name="Google Shape;833;p40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8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1"/>
          <p:cNvSpPr txBox="1"/>
          <p:nvPr>
            <p:ph type="title"/>
          </p:nvPr>
        </p:nvSpPr>
        <p:spPr>
          <a:xfrm rot="457748">
            <a:off x="1469738" y="618963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Photo Feed</a:t>
            </a:r>
            <a:endParaRPr sz="3000"/>
          </a:p>
        </p:txBody>
      </p:sp>
      <p:sp>
        <p:nvSpPr>
          <p:cNvPr id="839" name="Google Shape;839;p41"/>
          <p:cNvSpPr txBox="1"/>
          <p:nvPr>
            <p:ph idx="1" type="subTitle"/>
          </p:nvPr>
        </p:nvSpPr>
        <p:spPr>
          <a:xfrm rot="458062">
            <a:off x="1345128" y="1880662"/>
            <a:ext cx="3231443" cy="129307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an inexperienced photographer, I want to be able to see a feed of photos taken by other photographers</a:t>
            </a:r>
            <a:endParaRPr/>
          </a:p>
        </p:txBody>
      </p:sp>
      <p:sp>
        <p:nvSpPr>
          <p:cNvPr id="840" name="Google Shape;840;p41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41" name="Google Shape;841;p41"/>
          <p:cNvSpPr txBox="1"/>
          <p:nvPr>
            <p:ph idx="1" type="subTitle"/>
          </p:nvPr>
        </p:nvSpPr>
        <p:spPr>
          <a:xfrm rot="458310">
            <a:off x="1545896" y="146944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High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842" name="Google Shape;842;p41"/>
          <p:cNvSpPr txBox="1"/>
          <p:nvPr>
            <p:ph idx="1" type="subTitle"/>
          </p:nvPr>
        </p:nvSpPr>
        <p:spPr>
          <a:xfrm rot="458310">
            <a:off x="3062021" y="167059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Cost: 11 days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2"/>
          <p:cNvSpPr txBox="1"/>
          <p:nvPr>
            <p:ph type="title"/>
          </p:nvPr>
        </p:nvSpPr>
        <p:spPr>
          <a:xfrm>
            <a:off x="1956763" y="1503350"/>
            <a:ext cx="5230500" cy="19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User Stories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3"/>
          <p:cNvSpPr txBox="1"/>
          <p:nvPr>
            <p:ph type="title"/>
          </p:nvPr>
        </p:nvSpPr>
        <p:spPr>
          <a:xfrm rot="457748">
            <a:off x="1469738" y="618963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Detailed Photo-Map Filter</a:t>
            </a:r>
            <a:endParaRPr sz="3000"/>
          </a:p>
        </p:txBody>
      </p:sp>
      <p:sp>
        <p:nvSpPr>
          <p:cNvPr id="853" name="Google Shape;853;p43"/>
          <p:cNvSpPr txBox="1"/>
          <p:nvPr>
            <p:ph idx="1" type="subTitle"/>
          </p:nvPr>
        </p:nvSpPr>
        <p:spPr>
          <a:xfrm rot="458062">
            <a:off x="1293153" y="2098322"/>
            <a:ext cx="3231443" cy="157000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filter the locations based on my needs of photo styles, aesthetics and attributes (landscape, architecture, etc.)</a:t>
            </a:r>
            <a:endParaRPr/>
          </a:p>
        </p:txBody>
      </p:sp>
      <p:sp>
        <p:nvSpPr>
          <p:cNvPr id="854" name="Google Shape;854;p43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55" name="Google Shape;855;p43"/>
          <p:cNvSpPr txBox="1"/>
          <p:nvPr>
            <p:ph idx="1" type="subTitle"/>
          </p:nvPr>
        </p:nvSpPr>
        <p:spPr>
          <a:xfrm rot="458310">
            <a:off x="1512221" y="16883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Medium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856" name="Google Shape;856;p43"/>
          <p:cNvSpPr txBox="1"/>
          <p:nvPr>
            <p:ph idx="1" type="subTitle"/>
          </p:nvPr>
        </p:nvSpPr>
        <p:spPr>
          <a:xfrm rot="458310">
            <a:off x="3028346" y="18894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Cost: 4 days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4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62" name="Google Shape;862;p44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Profile Following</a:t>
            </a:r>
            <a:endParaRPr sz="3000"/>
          </a:p>
        </p:txBody>
      </p:sp>
      <p:sp>
        <p:nvSpPr>
          <p:cNvPr id="863" name="Google Shape;863;p44"/>
          <p:cNvSpPr txBox="1"/>
          <p:nvPr>
            <p:ph idx="1" type="subTitle"/>
          </p:nvPr>
        </p:nvSpPr>
        <p:spPr>
          <a:xfrm rot="458062">
            <a:off x="4067403" y="2289354"/>
            <a:ext cx="3231443" cy="7388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be able to follow other people</a:t>
            </a:r>
            <a:endParaRPr/>
          </a:p>
        </p:txBody>
      </p:sp>
      <p:sp>
        <p:nvSpPr>
          <p:cNvPr id="864" name="Google Shape;864;p44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Medium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865" name="Google Shape;865;p44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5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5"/>
          <p:cNvSpPr txBox="1"/>
          <p:nvPr>
            <p:ph type="title"/>
          </p:nvPr>
        </p:nvSpPr>
        <p:spPr>
          <a:xfrm rot="457748">
            <a:off x="1469738" y="618963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Profile System</a:t>
            </a:r>
            <a:endParaRPr sz="3000"/>
          </a:p>
        </p:txBody>
      </p:sp>
      <p:sp>
        <p:nvSpPr>
          <p:cNvPr id="871" name="Google Shape;871;p45"/>
          <p:cNvSpPr txBox="1"/>
          <p:nvPr>
            <p:ph idx="1" type="subTitle"/>
          </p:nvPr>
        </p:nvSpPr>
        <p:spPr>
          <a:xfrm rot="458062">
            <a:off x="1382028" y="1883129"/>
            <a:ext cx="3231443" cy="7388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make a profile and see other people’s profiles</a:t>
            </a:r>
            <a:endParaRPr/>
          </a:p>
        </p:txBody>
      </p:sp>
      <p:sp>
        <p:nvSpPr>
          <p:cNvPr id="872" name="Google Shape;872;p45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73" name="Google Shape;873;p45"/>
          <p:cNvSpPr txBox="1"/>
          <p:nvPr>
            <p:ph idx="1" type="subTitle"/>
          </p:nvPr>
        </p:nvSpPr>
        <p:spPr>
          <a:xfrm rot="458310">
            <a:off x="1545896" y="146944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High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874" name="Google Shape;874;p45"/>
          <p:cNvSpPr txBox="1"/>
          <p:nvPr>
            <p:ph idx="1" type="subTitle"/>
          </p:nvPr>
        </p:nvSpPr>
        <p:spPr>
          <a:xfrm rot="458310">
            <a:off x="3062021" y="167059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Cost: 10 days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6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80" name="Google Shape;880;p46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Security</a:t>
            </a:r>
            <a:endParaRPr sz="3000"/>
          </a:p>
        </p:txBody>
      </p:sp>
      <p:sp>
        <p:nvSpPr>
          <p:cNvPr id="881" name="Google Shape;881;p46"/>
          <p:cNvSpPr txBox="1"/>
          <p:nvPr>
            <p:ph idx="1" type="subTitle"/>
          </p:nvPr>
        </p:nvSpPr>
        <p:spPr>
          <a:xfrm rot="458062">
            <a:off x="4048953" y="2288120"/>
            <a:ext cx="3231443" cy="101581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my pictures to be safe from being easily stolen and plagiarized</a:t>
            </a:r>
            <a:endParaRPr/>
          </a:p>
        </p:txBody>
      </p:sp>
      <p:sp>
        <p:nvSpPr>
          <p:cNvPr id="882" name="Google Shape;882;p46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Low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883" name="Google Shape;883;p46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6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7"/>
          <p:cNvSpPr txBox="1"/>
          <p:nvPr>
            <p:ph type="title"/>
          </p:nvPr>
        </p:nvSpPr>
        <p:spPr>
          <a:xfrm rot="457748">
            <a:off x="1436063" y="848400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Custom Resolution Uploads</a:t>
            </a:r>
            <a:endParaRPr sz="3000"/>
          </a:p>
        </p:txBody>
      </p:sp>
      <p:sp>
        <p:nvSpPr>
          <p:cNvPr id="889" name="Google Shape;889;p47"/>
          <p:cNvSpPr txBox="1"/>
          <p:nvPr>
            <p:ph idx="1" type="subTitle"/>
          </p:nvPr>
        </p:nvSpPr>
        <p:spPr>
          <a:xfrm rot="458062">
            <a:off x="1287378" y="2464907"/>
            <a:ext cx="3231443" cy="101581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photographer, I want to choose what resolution to upload with</a:t>
            </a:r>
            <a:endParaRPr/>
          </a:p>
        </p:txBody>
      </p:sp>
      <p:sp>
        <p:nvSpPr>
          <p:cNvPr id="890" name="Google Shape;890;p47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91" name="Google Shape;891;p47"/>
          <p:cNvSpPr txBox="1"/>
          <p:nvPr>
            <p:ph idx="1" type="subTitle"/>
          </p:nvPr>
        </p:nvSpPr>
        <p:spPr>
          <a:xfrm rot="458310">
            <a:off x="1469696" y="2052460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Low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892" name="Google Shape;892;p47"/>
          <p:cNvSpPr txBox="1"/>
          <p:nvPr>
            <p:ph idx="1" type="subTitle"/>
          </p:nvPr>
        </p:nvSpPr>
        <p:spPr>
          <a:xfrm rot="458310">
            <a:off x="2985821" y="2253610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Cost: 5 days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48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98" name="Google Shape;898;p48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Review System</a:t>
            </a:r>
            <a:endParaRPr sz="3000"/>
          </a:p>
        </p:txBody>
      </p:sp>
      <p:sp>
        <p:nvSpPr>
          <p:cNvPr id="899" name="Google Shape;899;p48"/>
          <p:cNvSpPr txBox="1"/>
          <p:nvPr>
            <p:ph idx="1" type="subTitle"/>
          </p:nvPr>
        </p:nvSpPr>
        <p:spPr>
          <a:xfrm rot="458062">
            <a:off x="4030503" y="2286887"/>
            <a:ext cx="3231443" cy="129307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photographer, I want to see the quality of different photography spots as rated by other people</a:t>
            </a:r>
            <a:endParaRPr/>
          </a:p>
        </p:txBody>
      </p:sp>
      <p:sp>
        <p:nvSpPr>
          <p:cNvPr id="900" name="Google Shape;900;p48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Medium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901" name="Google Shape;901;p48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12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9"/>
          <p:cNvSpPr txBox="1"/>
          <p:nvPr>
            <p:ph type="title"/>
          </p:nvPr>
        </p:nvSpPr>
        <p:spPr>
          <a:xfrm>
            <a:off x="1956775" y="823175"/>
            <a:ext cx="5230500" cy="1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!</a:t>
            </a:r>
            <a:endParaRPr/>
          </a:p>
        </p:txBody>
      </p:sp>
      <p:sp>
        <p:nvSpPr>
          <p:cNvPr id="907" name="Google Shape;907;p49"/>
          <p:cNvSpPr txBox="1"/>
          <p:nvPr>
            <p:ph idx="1" type="subTitle"/>
          </p:nvPr>
        </p:nvSpPr>
        <p:spPr>
          <a:xfrm>
            <a:off x="2288688" y="2425351"/>
            <a:ext cx="4566600" cy="11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addyouremail@freepik.com</a:t>
            </a:r>
            <a:br>
              <a:rPr lang="en"/>
            </a:br>
            <a:r>
              <a:rPr lang="en"/>
              <a:t>+91 620 421 838</a:t>
            </a:r>
            <a:br>
              <a:rPr lang="en"/>
            </a:br>
            <a:r>
              <a:rPr lang="en"/>
              <a:t>yourcompany.com</a:t>
            </a:r>
            <a:endParaRPr/>
          </a:p>
        </p:txBody>
      </p:sp>
      <p:sp>
        <p:nvSpPr>
          <p:cNvPr id="908" name="Google Shape;908;p49"/>
          <p:cNvSpPr txBox="1"/>
          <p:nvPr>
            <p:ph idx="2" type="subTitle"/>
          </p:nvPr>
        </p:nvSpPr>
        <p:spPr>
          <a:xfrm>
            <a:off x="2288725" y="4260425"/>
            <a:ext cx="4566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Please keep this slide as attribution.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 Notes - Teacher Appreciation Week by Slidesgo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EEEEEE"/>
      </a:lt2>
      <a:accent1>
        <a:srgbClr val="FFAB40"/>
      </a:accent1>
      <a:accent2>
        <a:srgbClr val="FFCB65"/>
      </a:accent2>
      <a:accent3>
        <a:srgbClr val="F15232"/>
      </a:accent3>
      <a:accent4>
        <a:srgbClr val="C4341A"/>
      </a:accent4>
      <a:accent5>
        <a:srgbClr val="073763"/>
      </a:accent5>
      <a:accent6>
        <a:srgbClr val="569D96"/>
      </a:accent6>
      <a:hlink>
        <a:srgbClr val="0737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